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7" r:id="rId2"/>
    <p:sldId id="283" r:id="rId3"/>
    <p:sldId id="258" r:id="rId4"/>
    <p:sldId id="267" r:id="rId5"/>
    <p:sldId id="276" r:id="rId6"/>
    <p:sldId id="277" r:id="rId7"/>
    <p:sldId id="280" r:id="rId8"/>
    <p:sldId id="278" r:id="rId9"/>
    <p:sldId id="279" r:id="rId10"/>
    <p:sldId id="275" r:id="rId11"/>
    <p:sldId id="261" r:id="rId12"/>
    <p:sldId id="281" r:id="rId13"/>
    <p:sldId id="268" r:id="rId14"/>
    <p:sldId id="271" r:id="rId15"/>
    <p:sldId id="272" r:id="rId16"/>
    <p:sldId id="282" r:id="rId17"/>
    <p:sldId id="269" r:id="rId18"/>
    <p:sldId id="264" r:id="rId19"/>
    <p:sldId id="273" r:id="rId20"/>
    <p:sldId id="26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949C97-164A-4646-A357-1267EEFA2483}" v="67" dt="2025-11-17T23:01:50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32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Whittinghill" userId="6947915c-9213-435a-8c13-4952e34e8c85" providerId="ADAL" clId="{A98334AD-BC66-4BE7-B797-0550E2C6186E}"/>
    <pc:docChg chg="undo custSel addSld delSld modSld sldOrd modMainMaster">
      <pc:chgData name="Jonathan Whittinghill" userId="6947915c-9213-435a-8c13-4952e34e8c85" providerId="ADAL" clId="{A98334AD-BC66-4BE7-B797-0550E2C6186E}" dt="2025-11-17T23:18:29.519" v="249" actId="1076"/>
      <pc:docMkLst>
        <pc:docMk/>
      </pc:docMkLst>
      <pc:sldChg chg="delSp modSp mod setBg modAnim delDesignElem chgLayout">
        <pc:chgData name="Jonathan Whittinghill" userId="6947915c-9213-435a-8c13-4952e34e8c85" providerId="ADAL" clId="{A98334AD-BC66-4BE7-B797-0550E2C6186E}" dt="2025-11-17T22:59:00.510" v="191" actId="404"/>
        <pc:sldMkLst>
          <pc:docMk/>
          <pc:sldMk cId="2077618376" sldId="257"/>
        </pc:sldMkLst>
        <pc:spChg chg="mod ord">
          <ac:chgData name="Jonathan Whittinghill" userId="6947915c-9213-435a-8c13-4952e34e8c85" providerId="ADAL" clId="{A98334AD-BC66-4BE7-B797-0550E2C6186E}" dt="2025-11-17T22:58:49.882" v="184" actId="700"/>
          <ac:spMkLst>
            <pc:docMk/>
            <pc:sldMk cId="2077618376" sldId="257"/>
            <ac:spMk id="2" creationId="{90FC882C-F8CC-44B9-A2C8-A181C0DBC2E3}"/>
          </ac:spMkLst>
        </pc:spChg>
        <pc:spChg chg="mod ord">
          <ac:chgData name="Jonathan Whittinghill" userId="6947915c-9213-435a-8c13-4952e34e8c85" providerId="ADAL" clId="{A98334AD-BC66-4BE7-B797-0550E2C6186E}" dt="2025-11-17T22:58:54.766" v="189" actId="403"/>
          <ac:spMkLst>
            <pc:docMk/>
            <pc:sldMk cId="2077618376" sldId="257"/>
            <ac:spMk id="3" creationId="{D126A148-BE70-4F99-9134-14AA424E0F11}"/>
          </ac:spMkLst>
        </pc:spChg>
        <pc:spChg chg="mod ord">
          <ac:chgData name="Jonathan Whittinghill" userId="6947915c-9213-435a-8c13-4952e34e8c85" providerId="ADAL" clId="{A98334AD-BC66-4BE7-B797-0550E2C6186E}" dt="2025-11-17T22:59:00.510" v="191" actId="404"/>
          <ac:spMkLst>
            <pc:docMk/>
            <pc:sldMk cId="2077618376" sldId="257"/>
            <ac:spMk id="4" creationId="{FA90567D-ACEB-4010-8209-738D92A3956B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2077618376" sldId="257"/>
            <ac:spMk id="25" creationId="{E35A04CF-97D4-4FF7-B359-C546B1F62E54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2077618376" sldId="257"/>
            <ac:spMk id="27" creationId="{1DE7243B-5109-444B-8FAF-7437C66BC0E9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2077618376" sldId="257"/>
            <ac:spMk id="29" creationId="{4C5D6221-DA7B-4611-AA26-7D8E349FDE96}"/>
          </ac:spMkLst>
        </pc:spChg>
      </pc:sldChg>
      <pc:sldChg chg="delSp setBg delDesignElem">
        <pc:chgData name="Jonathan Whittinghill" userId="6947915c-9213-435a-8c13-4952e34e8c85" providerId="ADAL" clId="{A98334AD-BC66-4BE7-B797-0550E2C6186E}" dt="2025-11-17T22:54:21.635" v="122"/>
        <pc:sldMkLst>
          <pc:docMk/>
          <pc:sldMk cId="3787602385" sldId="258"/>
        </pc:sldMkLst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3787602385" sldId="258"/>
            <ac:spMk id="10" creationId="{6753252F-4873-4F63-801D-CC719279A7D5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3787602385" sldId="258"/>
            <ac:spMk id="12" creationId="{047C8CCB-F95D-4249-92DD-651249D3535A}"/>
          </ac:spMkLst>
        </pc:spChg>
      </pc:sldChg>
      <pc:sldChg chg="addSp delSp modSp del mod setBg addAnim delAnim delDesignElem chgLayout">
        <pc:chgData name="Jonathan Whittinghill" userId="6947915c-9213-435a-8c13-4952e34e8c85" providerId="ADAL" clId="{A98334AD-BC66-4BE7-B797-0550E2C6186E}" dt="2025-11-17T23:01:58.053" v="237" actId="47"/>
        <pc:sldMkLst>
          <pc:docMk/>
          <pc:sldMk cId="556613116" sldId="259"/>
        </pc:sldMkLst>
        <pc:spChg chg="mod ord">
          <ac:chgData name="Jonathan Whittinghill" userId="6947915c-9213-435a-8c13-4952e34e8c85" providerId="ADAL" clId="{A98334AD-BC66-4BE7-B797-0550E2C6186E}" dt="2025-11-17T22:56:30.855" v="143" actId="6264"/>
          <ac:spMkLst>
            <pc:docMk/>
            <pc:sldMk cId="556613116" sldId="259"/>
            <ac:spMk id="2" creationId="{C3512E48-CD3E-4482-AD5A-0E8BC82FAE3C}"/>
          </ac:spMkLst>
        </pc:spChg>
        <pc:spChg chg="add del mod">
          <ac:chgData name="Jonathan Whittinghill" userId="6947915c-9213-435a-8c13-4952e34e8c85" providerId="ADAL" clId="{A98334AD-BC66-4BE7-B797-0550E2C6186E}" dt="2025-11-17T22:56:30.855" v="143" actId="6264"/>
          <ac:spMkLst>
            <pc:docMk/>
            <pc:sldMk cId="556613116" sldId="259"/>
            <ac:spMk id="3" creationId="{34960C48-FCF8-2D7C-3607-1CC2AB393A2B}"/>
          </ac:spMkLst>
        </pc:spChg>
        <pc:spChg chg="mod ord">
          <ac:chgData name="Jonathan Whittinghill" userId="6947915c-9213-435a-8c13-4952e34e8c85" providerId="ADAL" clId="{A98334AD-BC66-4BE7-B797-0550E2C6186E}" dt="2025-11-17T22:56:30.855" v="143" actId="6264"/>
          <ac:spMkLst>
            <pc:docMk/>
            <pc:sldMk cId="556613116" sldId="259"/>
            <ac:spMk id="5" creationId="{A4F4E261-23C0-4C11-A5E6-53E5D72A07C4}"/>
          </ac:spMkLst>
        </pc:spChg>
        <pc:spChg chg="add del mod">
          <ac:chgData name="Jonathan Whittinghill" userId="6947915c-9213-435a-8c13-4952e34e8c85" providerId="ADAL" clId="{A98334AD-BC66-4BE7-B797-0550E2C6186E}" dt="2025-11-17T22:56:30.855" v="143" actId="6264"/>
          <ac:spMkLst>
            <pc:docMk/>
            <pc:sldMk cId="556613116" sldId="259"/>
            <ac:spMk id="6" creationId="{B82F65C3-6F81-5E76-1668-F13074517553}"/>
          </ac:spMkLst>
        </pc:spChg>
        <pc:spChg chg="add del mod">
          <ac:chgData name="Jonathan Whittinghill" userId="6947915c-9213-435a-8c13-4952e34e8c85" providerId="ADAL" clId="{A98334AD-BC66-4BE7-B797-0550E2C6186E}" dt="2025-11-17T22:56:30.855" v="143" actId="6264"/>
          <ac:spMkLst>
            <pc:docMk/>
            <pc:sldMk cId="556613116" sldId="259"/>
            <ac:spMk id="9" creationId="{B22448C7-B625-F5A7-F34F-1398A4095885}"/>
          </ac:spMkLst>
        </pc:spChg>
        <pc:spChg chg="add mod">
          <ac:chgData name="Jonathan Whittinghill" userId="6947915c-9213-435a-8c13-4952e34e8c85" providerId="ADAL" clId="{A98334AD-BC66-4BE7-B797-0550E2C6186E}" dt="2025-11-17T23:01:36.747" v="230" actId="1076"/>
          <ac:spMkLst>
            <pc:docMk/>
            <pc:sldMk cId="556613116" sldId="259"/>
            <ac:spMk id="11" creationId="{B01E5982-4D55-2D48-01AD-127526F41F01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556613116" sldId="259"/>
            <ac:spMk id="12" creationId="{867D4867-5BA7-4462-B2F6-A23F4A622AA7}"/>
          </ac:spMkLst>
        </pc:spChg>
        <pc:picChg chg="del mod ord">
          <ac:chgData name="Jonathan Whittinghill" userId="6947915c-9213-435a-8c13-4952e34e8c85" providerId="ADAL" clId="{A98334AD-BC66-4BE7-B797-0550E2C6186E}" dt="2025-11-17T23:01:00.958" v="218" actId="21"/>
          <ac:picMkLst>
            <pc:docMk/>
            <pc:sldMk cId="556613116" sldId="259"/>
            <ac:picMk id="7" creationId="{AF59FAF1-81EC-4448-9C70-F583C1D163FB}"/>
          </ac:picMkLst>
        </pc:picChg>
        <pc:cxnChg chg="del mod">
          <ac:chgData name="Jonathan Whittinghill" userId="6947915c-9213-435a-8c13-4952e34e8c85" providerId="ADAL" clId="{A98334AD-BC66-4BE7-B797-0550E2C6186E}" dt="2025-11-17T23:01:39.039" v="231" actId="21"/>
          <ac:cxnSpMkLst>
            <pc:docMk/>
            <pc:sldMk cId="556613116" sldId="259"/>
            <ac:cxnSpMk id="4" creationId="{3EF6CD33-C607-4D0F-B5E8-491B5B579460}"/>
          </ac:cxnSpMkLst>
        </pc:cxnChg>
        <pc:cxnChg chg="del mod">
          <ac:chgData name="Jonathan Whittinghill" userId="6947915c-9213-435a-8c13-4952e34e8c85" providerId="ADAL" clId="{A98334AD-BC66-4BE7-B797-0550E2C6186E}" dt="2025-11-17T23:01:47.989" v="234" actId="21"/>
          <ac:cxnSpMkLst>
            <pc:docMk/>
            <pc:sldMk cId="556613116" sldId="259"/>
            <ac:cxnSpMk id="8" creationId="{9197609D-2FEB-48C2-8195-9A754E48F907}"/>
          </ac:cxnSpMkLst>
        </pc:cxnChg>
      </pc:sldChg>
      <pc:sldChg chg="addSp delSp modSp mod setBg delDesignElem">
        <pc:chgData name="Jonathan Whittinghill" userId="6947915c-9213-435a-8c13-4952e34e8c85" providerId="ADAL" clId="{A98334AD-BC66-4BE7-B797-0550E2C6186E}" dt="2025-11-17T22:54:21.635" v="122"/>
        <pc:sldMkLst>
          <pc:docMk/>
          <pc:sldMk cId="1997132285" sldId="261"/>
        </pc:sldMkLst>
        <pc:spChg chg="mod">
          <ac:chgData name="Jonathan Whittinghill" userId="6947915c-9213-435a-8c13-4952e34e8c85" providerId="ADAL" clId="{A98334AD-BC66-4BE7-B797-0550E2C6186E}" dt="2025-11-17T22:52:12.056" v="112" actId="26606"/>
          <ac:spMkLst>
            <pc:docMk/>
            <pc:sldMk cId="1997132285" sldId="261"/>
            <ac:spMk id="2" creationId="{1931E2D7-15A5-4938-B6D1-657AABD624FB}"/>
          </ac:spMkLst>
        </pc:spChg>
        <pc:spChg chg="mod ord">
          <ac:chgData name="Jonathan Whittinghill" userId="6947915c-9213-435a-8c13-4952e34e8c85" providerId="ADAL" clId="{A98334AD-BC66-4BE7-B797-0550E2C6186E}" dt="2025-11-17T22:52:12.056" v="112" actId="26606"/>
          <ac:spMkLst>
            <pc:docMk/>
            <pc:sldMk cId="1997132285" sldId="261"/>
            <ac:spMk id="4" creationId="{62D5C85E-05BE-45C8-8C90-525CB8F65F3B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1997132285" sldId="261"/>
            <ac:spMk id="12" creationId="{867D4867-5BA7-4462-B2F6-A23F4A622AA7}"/>
          </ac:spMkLst>
        </pc:spChg>
        <pc:spChg chg="add">
          <ac:chgData name="Jonathan Whittinghill" userId="6947915c-9213-435a-8c13-4952e34e8c85" providerId="ADAL" clId="{A98334AD-BC66-4BE7-B797-0550E2C6186E}" dt="2025-11-17T22:52:12.056" v="112" actId="26606"/>
          <ac:spMkLst>
            <pc:docMk/>
            <pc:sldMk cId="1997132285" sldId="261"/>
            <ac:spMk id="21" creationId="{079CE317-680B-449C-A423-71C1FE069B4C}"/>
          </ac:spMkLst>
        </pc:spChg>
        <pc:spChg chg="add del">
          <ac:chgData name="Jonathan Whittinghill" userId="6947915c-9213-435a-8c13-4952e34e8c85" providerId="ADAL" clId="{A98334AD-BC66-4BE7-B797-0550E2C6186E}" dt="2025-11-17T22:48:35.947" v="57"/>
          <ac:spMkLst>
            <pc:docMk/>
            <pc:sldMk cId="1997132285" sldId="261"/>
            <ac:spMk id="22" creationId="{59647F54-801D-44AB-8284-EDDFF7763139}"/>
          </ac:spMkLst>
        </pc:spChg>
        <pc:spChg chg="add">
          <ac:chgData name="Jonathan Whittinghill" userId="6947915c-9213-435a-8c13-4952e34e8c85" providerId="ADAL" clId="{A98334AD-BC66-4BE7-B797-0550E2C6186E}" dt="2025-11-17T22:52:12.056" v="112" actId="26606"/>
          <ac:spMkLst>
            <pc:docMk/>
            <pc:sldMk cId="1997132285" sldId="261"/>
            <ac:spMk id="23" creationId="{643780CE-2BE5-46F6-97B2-60DF30217ED3}"/>
          </ac:spMkLst>
        </pc:spChg>
        <pc:spChg chg="add del">
          <ac:chgData name="Jonathan Whittinghill" userId="6947915c-9213-435a-8c13-4952e34e8c85" providerId="ADAL" clId="{A98334AD-BC66-4BE7-B797-0550E2C6186E}" dt="2025-11-17T22:48:35.947" v="57"/>
          <ac:spMkLst>
            <pc:docMk/>
            <pc:sldMk cId="1997132285" sldId="261"/>
            <ac:spMk id="24" creationId="{510C9632-BB6F-48EE-AB65-501878BA5DB6}"/>
          </ac:spMkLst>
        </pc:spChg>
        <pc:spChg chg="add">
          <ac:chgData name="Jonathan Whittinghill" userId="6947915c-9213-435a-8c13-4952e34e8c85" providerId="ADAL" clId="{A98334AD-BC66-4BE7-B797-0550E2C6186E}" dt="2025-11-17T22:52:12.056" v="112" actId="26606"/>
          <ac:spMkLst>
            <pc:docMk/>
            <pc:sldMk cId="1997132285" sldId="261"/>
            <ac:spMk id="25" creationId="{61A87A49-68E6-459E-A5A6-46229FF42125}"/>
          </ac:spMkLst>
        </pc:spChg>
        <pc:spChg chg="add del">
          <ac:chgData name="Jonathan Whittinghill" userId="6947915c-9213-435a-8c13-4952e34e8c85" providerId="ADAL" clId="{A98334AD-BC66-4BE7-B797-0550E2C6186E}" dt="2025-11-17T22:48:35.947" v="57"/>
          <ac:spMkLst>
            <pc:docMk/>
            <pc:sldMk cId="1997132285" sldId="261"/>
            <ac:spMk id="26" creationId="{4EC8AAB6-953B-4D29-9967-3C44D06BB4E8}"/>
          </ac:spMkLst>
        </pc:spChg>
        <pc:spChg chg="add">
          <ac:chgData name="Jonathan Whittinghill" userId="6947915c-9213-435a-8c13-4952e34e8c85" providerId="ADAL" clId="{A98334AD-BC66-4BE7-B797-0550E2C6186E}" dt="2025-11-17T22:52:12.056" v="112" actId="26606"/>
          <ac:spMkLst>
            <pc:docMk/>
            <pc:sldMk cId="1997132285" sldId="261"/>
            <ac:spMk id="27" creationId="{F6ACD5FC-CAFE-48EB-B765-60EED2E052F0}"/>
          </ac:spMkLst>
        </pc:spChg>
        <pc:spChg chg="add del">
          <ac:chgData name="Jonathan Whittinghill" userId="6947915c-9213-435a-8c13-4952e34e8c85" providerId="ADAL" clId="{A98334AD-BC66-4BE7-B797-0550E2C6186E}" dt="2025-11-17T22:48:35.947" v="57"/>
          <ac:spMkLst>
            <pc:docMk/>
            <pc:sldMk cId="1997132285" sldId="261"/>
            <ac:spMk id="28" creationId="{C89ED458-2326-40DC-9C7B-1A717B6551AD}"/>
          </ac:spMkLst>
        </pc:spChg>
        <pc:spChg chg="add">
          <ac:chgData name="Jonathan Whittinghill" userId="6947915c-9213-435a-8c13-4952e34e8c85" providerId="ADAL" clId="{A98334AD-BC66-4BE7-B797-0550E2C6186E}" dt="2025-11-17T22:52:12.056" v="112" actId="26606"/>
          <ac:spMkLst>
            <pc:docMk/>
            <pc:sldMk cId="1997132285" sldId="261"/>
            <ac:spMk id="29" creationId="{9F33B405-D785-4738-B1C0-6A0AA5E98286}"/>
          </ac:spMkLst>
        </pc:spChg>
        <pc:spChg chg="add del">
          <ac:chgData name="Jonathan Whittinghill" userId="6947915c-9213-435a-8c13-4952e34e8c85" providerId="ADAL" clId="{A98334AD-BC66-4BE7-B797-0550E2C6186E}" dt="2025-11-17T22:48:35.947" v="57"/>
          <ac:spMkLst>
            <pc:docMk/>
            <pc:sldMk cId="1997132285" sldId="261"/>
            <ac:spMk id="30" creationId="{6F9D1DE6-E368-4F07-85F9-D5B767477DDF}"/>
          </ac:spMkLst>
        </pc:spChg>
        <pc:spChg chg="add">
          <ac:chgData name="Jonathan Whittinghill" userId="6947915c-9213-435a-8c13-4952e34e8c85" providerId="ADAL" clId="{A98334AD-BC66-4BE7-B797-0550E2C6186E}" dt="2025-11-17T22:52:12.056" v="112" actId="26606"/>
          <ac:spMkLst>
            <pc:docMk/>
            <pc:sldMk cId="1997132285" sldId="261"/>
            <ac:spMk id="31" creationId="{4233DC0E-DE6C-4FB6-A529-51B162641AB8}"/>
          </ac:spMkLst>
        </pc:spChg>
        <pc:spChg chg="add del">
          <ac:chgData name="Jonathan Whittinghill" userId="6947915c-9213-435a-8c13-4952e34e8c85" providerId="ADAL" clId="{A98334AD-BC66-4BE7-B797-0550E2C6186E}" dt="2025-11-17T22:48:35.947" v="57"/>
          <ac:spMkLst>
            <pc:docMk/>
            <pc:sldMk cId="1997132285" sldId="261"/>
            <ac:spMk id="32" creationId="{F63B1F66-4ACE-4A01-8ADF-F175A9C358B2}"/>
          </ac:spMkLst>
        </pc:spChg>
        <pc:spChg chg="add">
          <ac:chgData name="Jonathan Whittinghill" userId="6947915c-9213-435a-8c13-4952e34e8c85" providerId="ADAL" clId="{A98334AD-BC66-4BE7-B797-0550E2C6186E}" dt="2025-11-17T22:52:12.056" v="112" actId="26606"/>
          <ac:spMkLst>
            <pc:docMk/>
            <pc:sldMk cId="1997132285" sldId="261"/>
            <ac:spMk id="33" creationId="{3870477F-E451-4BC3-863F-0E2FC572884B}"/>
          </ac:spMkLst>
        </pc:spChg>
        <pc:spChg chg="add del">
          <ac:chgData name="Jonathan Whittinghill" userId="6947915c-9213-435a-8c13-4952e34e8c85" providerId="ADAL" clId="{A98334AD-BC66-4BE7-B797-0550E2C6186E}" dt="2025-11-17T22:48:35.947" v="57"/>
          <ac:spMkLst>
            <pc:docMk/>
            <pc:sldMk cId="1997132285" sldId="261"/>
            <ac:spMk id="34" creationId="{CF8448ED-9332-4A9B-8CAB-B1985E596E20}"/>
          </ac:spMkLst>
        </pc:spChg>
        <pc:spChg chg="add">
          <ac:chgData name="Jonathan Whittinghill" userId="6947915c-9213-435a-8c13-4952e34e8c85" providerId="ADAL" clId="{A98334AD-BC66-4BE7-B797-0550E2C6186E}" dt="2025-11-17T22:52:12.056" v="112" actId="26606"/>
          <ac:spMkLst>
            <pc:docMk/>
            <pc:sldMk cId="1997132285" sldId="261"/>
            <ac:spMk id="35" creationId="{B4A81DE1-E2BC-4A31-99EE-71350421B0EA}"/>
          </ac:spMkLst>
        </pc:spChg>
        <pc:spChg chg="add del">
          <ac:chgData name="Jonathan Whittinghill" userId="6947915c-9213-435a-8c13-4952e34e8c85" providerId="ADAL" clId="{A98334AD-BC66-4BE7-B797-0550E2C6186E}" dt="2025-11-17T22:48:35.947" v="57"/>
          <ac:spMkLst>
            <pc:docMk/>
            <pc:sldMk cId="1997132285" sldId="261"/>
            <ac:spMk id="36" creationId="{ED3A2261-1C75-40FF-8CD6-18C5900C1C8D}"/>
          </ac:spMkLst>
        </pc:spChg>
        <pc:spChg chg="add del">
          <ac:chgData name="Jonathan Whittinghill" userId="6947915c-9213-435a-8c13-4952e34e8c85" providerId="ADAL" clId="{A98334AD-BC66-4BE7-B797-0550E2C6186E}" dt="2025-11-17T22:49:20.587" v="70"/>
          <ac:spMkLst>
            <pc:docMk/>
            <pc:sldMk cId="1997132285" sldId="261"/>
            <ac:spMk id="37" creationId="{59647F54-801D-44AB-8284-EDDFF7763139}"/>
          </ac:spMkLst>
        </pc:spChg>
        <pc:spChg chg="add del">
          <ac:chgData name="Jonathan Whittinghill" userId="6947915c-9213-435a-8c13-4952e34e8c85" providerId="ADAL" clId="{A98334AD-BC66-4BE7-B797-0550E2C6186E}" dt="2025-11-17T22:49:20.587" v="70"/>
          <ac:spMkLst>
            <pc:docMk/>
            <pc:sldMk cId="1997132285" sldId="261"/>
            <ac:spMk id="38" creationId="{510C9632-BB6F-48EE-AB65-501878BA5DB6}"/>
          </ac:spMkLst>
        </pc:spChg>
        <pc:spChg chg="add del">
          <ac:chgData name="Jonathan Whittinghill" userId="6947915c-9213-435a-8c13-4952e34e8c85" providerId="ADAL" clId="{A98334AD-BC66-4BE7-B797-0550E2C6186E}" dt="2025-11-17T22:49:20.587" v="70"/>
          <ac:spMkLst>
            <pc:docMk/>
            <pc:sldMk cId="1997132285" sldId="261"/>
            <ac:spMk id="39" creationId="{4EC8AAB6-953B-4D29-9967-3C44D06BB4E8}"/>
          </ac:spMkLst>
        </pc:spChg>
        <pc:spChg chg="add del">
          <ac:chgData name="Jonathan Whittinghill" userId="6947915c-9213-435a-8c13-4952e34e8c85" providerId="ADAL" clId="{A98334AD-BC66-4BE7-B797-0550E2C6186E}" dt="2025-11-17T22:49:20.587" v="70"/>
          <ac:spMkLst>
            <pc:docMk/>
            <pc:sldMk cId="1997132285" sldId="261"/>
            <ac:spMk id="40" creationId="{C89ED458-2326-40DC-9C7B-1A717B6551AD}"/>
          </ac:spMkLst>
        </pc:spChg>
        <pc:spChg chg="add del">
          <ac:chgData name="Jonathan Whittinghill" userId="6947915c-9213-435a-8c13-4952e34e8c85" providerId="ADAL" clId="{A98334AD-BC66-4BE7-B797-0550E2C6186E}" dt="2025-11-17T22:49:20.587" v="70"/>
          <ac:spMkLst>
            <pc:docMk/>
            <pc:sldMk cId="1997132285" sldId="261"/>
            <ac:spMk id="41" creationId="{6F9D1DE6-E368-4F07-85F9-D5B767477DDF}"/>
          </ac:spMkLst>
        </pc:spChg>
        <pc:spChg chg="add del">
          <ac:chgData name="Jonathan Whittinghill" userId="6947915c-9213-435a-8c13-4952e34e8c85" providerId="ADAL" clId="{A98334AD-BC66-4BE7-B797-0550E2C6186E}" dt="2025-11-17T22:49:20.587" v="70"/>
          <ac:spMkLst>
            <pc:docMk/>
            <pc:sldMk cId="1997132285" sldId="261"/>
            <ac:spMk id="42" creationId="{F63B1F66-4ACE-4A01-8ADF-F175A9C358B2}"/>
          </ac:spMkLst>
        </pc:spChg>
        <pc:spChg chg="add del">
          <ac:chgData name="Jonathan Whittinghill" userId="6947915c-9213-435a-8c13-4952e34e8c85" providerId="ADAL" clId="{A98334AD-BC66-4BE7-B797-0550E2C6186E}" dt="2025-11-17T22:49:20.587" v="70"/>
          <ac:spMkLst>
            <pc:docMk/>
            <pc:sldMk cId="1997132285" sldId="261"/>
            <ac:spMk id="43" creationId="{CF8448ED-9332-4A9B-8CAB-B1985E596E20}"/>
          </ac:spMkLst>
        </pc:spChg>
        <pc:spChg chg="add del">
          <ac:chgData name="Jonathan Whittinghill" userId="6947915c-9213-435a-8c13-4952e34e8c85" providerId="ADAL" clId="{A98334AD-BC66-4BE7-B797-0550E2C6186E}" dt="2025-11-17T22:49:20.587" v="70"/>
          <ac:spMkLst>
            <pc:docMk/>
            <pc:sldMk cId="1997132285" sldId="261"/>
            <ac:spMk id="44" creationId="{ED3A2261-1C75-40FF-8CD6-18C5900C1C8D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1997132285" sldId="261"/>
            <ac:spMk id="55" creationId="{59647F54-801D-44AB-8284-EDDFF7763139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1997132285" sldId="261"/>
            <ac:spMk id="56" creationId="{510C9632-BB6F-48EE-AB65-501878BA5DB6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1997132285" sldId="261"/>
            <ac:spMk id="57" creationId="{4EC8AAB6-953B-4D29-9967-3C44D06BB4E8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1997132285" sldId="261"/>
            <ac:spMk id="58" creationId="{C89ED458-2326-40DC-9C7B-1A717B6551AD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1997132285" sldId="261"/>
            <ac:spMk id="59" creationId="{6F9D1DE6-E368-4F07-85F9-D5B767477DDF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1997132285" sldId="261"/>
            <ac:spMk id="60" creationId="{F63B1F66-4ACE-4A01-8ADF-F175A9C358B2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1997132285" sldId="261"/>
            <ac:spMk id="61" creationId="{CF8448ED-9332-4A9B-8CAB-B1985E596E20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1997132285" sldId="261"/>
            <ac:spMk id="62" creationId="{ED3A2261-1C75-40FF-8CD6-18C5900C1C8D}"/>
          </ac:spMkLst>
        </pc:spChg>
        <pc:grpChg chg="add del">
          <ac:chgData name="Jonathan Whittinghill" userId="6947915c-9213-435a-8c13-4952e34e8c85" providerId="ADAL" clId="{A98334AD-BC66-4BE7-B797-0550E2C6186E}" dt="2025-11-17T22:49:20.587" v="70"/>
          <ac:grpSpMkLst>
            <pc:docMk/>
            <pc:sldMk cId="1997132285" sldId="261"/>
            <ac:grpSpMk id="9" creationId="{FAEF28A3-012D-4640-B8B8-1EF6EAF7233B}"/>
          </ac:grpSpMkLst>
        </pc:grpChg>
        <pc:grpChg chg="del">
          <ac:chgData name="Jonathan Whittinghill" userId="6947915c-9213-435a-8c13-4952e34e8c85" providerId="ADAL" clId="{A98334AD-BC66-4BE7-B797-0550E2C6186E}" dt="2025-11-17T22:48:35.947" v="57"/>
          <ac:grpSpMkLst>
            <pc:docMk/>
            <pc:sldMk cId="1997132285" sldId="261"/>
            <ac:grpSpMk id="11" creationId="{FAEF28A3-012D-4640-B8B8-1EF6EAF7233B}"/>
          </ac:grpSpMkLst>
        </pc:grpChg>
        <pc:grpChg chg="add del">
          <ac:chgData name="Jonathan Whittinghill" userId="6947915c-9213-435a-8c13-4952e34e8c85" providerId="ADAL" clId="{A98334AD-BC66-4BE7-B797-0550E2C6186E}" dt="2025-11-17T22:51:47.697" v="108"/>
          <ac:grpSpMkLst>
            <pc:docMk/>
            <pc:sldMk cId="1997132285" sldId="261"/>
            <ac:grpSpMk id="45" creationId="{FAEF28A3-012D-4640-B8B8-1EF6EAF7233B}"/>
          </ac:grpSpMkLst>
        </pc:grpChg>
      </pc:sldChg>
      <pc:sldChg chg="delSp setBg delDesignElem">
        <pc:chgData name="Jonathan Whittinghill" userId="6947915c-9213-435a-8c13-4952e34e8c85" providerId="ADAL" clId="{A98334AD-BC66-4BE7-B797-0550E2C6186E}" dt="2025-11-17T22:54:21.635" v="122"/>
        <pc:sldMkLst>
          <pc:docMk/>
          <pc:sldMk cId="1247960791" sldId="262"/>
        </pc:sldMkLst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1247960791" sldId="262"/>
            <ac:spMk id="11" creationId="{48A740BC-A0AA-45E0-B899-2AE9C6FE11CA}"/>
          </ac:spMkLst>
        </pc:spChg>
        <pc:cxnChg chg="del">
          <ac:chgData name="Jonathan Whittinghill" userId="6947915c-9213-435a-8c13-4952e34e8c85" providerId="ADAL" clId="{A98334AD-BC66-4BE7-B797-0550E2C6186E}" dt="2025-11-17T22:47:13.448" v="34"/>
          <ac:cxnSpMkLst>
            <pc:docMk/>
            <pc:sldMk cId="1247960791" sldId="262"/>
            <ac:cxnSpMk id="13" creationId="{B874EF51-C858-4BB9-97C3-D17755787127}"/>
          </ac:cxnSpMkLst>
        </pc:cxnChg>
      </pc:sldChg>
      <pc:sldChg chg="addSp delSp modSp mod setBg setClrOvrMap delDesignElem">
        <pc:chgData name="Jonathan Whittinghill" userId="6947915c-9213-435a-8c13-4952e34e8c85" providerId="ADAL" clId="{A98334AD-BC66-4BE7-B797-0550E2C6186E}" dt="2025-11-17T22:54:21.635" v="122"/>
        <pc:sldMkLst>
          <pc:docMk/>
          <pc:sldMk cId="653291396" sldId="264"/>
        </pc:sldMkLst>
        <pc:spChg chg="mod">
          <ac:chgData name="Jonathan Whittinghill" userId="6947915c-9213-435a-8c13-4952e34e8c85" providerId="ADAL" clId="{A98334AD-BC66-4BE7-B797-0550E2C6186E}" dt="2025-11-17T22:51:53.801" v="109" actId="26606"/>
          <ac:spMkLst>
            <pc:docMk/>
            <pc:sldMk cId="653291396" sldId="264"/>
            <ac:spMk id="2" creationId="{63361BB5-9AB9-47CE-9FB9-8C872FE2E9B1}"/>
          </ac:spMkLst>
        </pc:spChg>
        <pc:spChg chg="mod">
          <ac:chgData name="Jonathan Whittinghill" userId="6947915c-9213-435a-8c13-4952e34e8c85" providerId="ADAL" clId="{A98334AD-BC66-4BE7-B797-0550E2C6186E}" dt="2025-11-17T22:51:53.801" v="109" actId="26606"/>
          <ac:spMkLst>
            <pc:docMk/>
            <pc:sldMk cId="653291396" sldId="264"/>
            <ac:spMk id="3" creationId="{D2761926-04D6-4654-8A3B-3545B7429483}"/>
          </ac:spMkLst>
        </pc:spChg>
        <pc:spChg chg="add">
          <ac:chgData name="Jonathan Whittinghill" userId="6947915c-9213-435a-8c13-4952e34e8c85" providerId="ADAL" clId="{A98334AD-BC66-4BE7-B797-0550E2C6186E}" dt="2025-11-17T22:51:53.801" v="109" actId="26606"/>
          <ac:spMkLst>
            <pc:docMk/>
            <pc:sldMk cId="653291396" sldId="264"/>
            <ac:spMk id="8" creationId="{324E43EB-867C-4B35-9A5C-E435157C7297}"/>
          </ac:spMkLst>
        </pc:spChg>
        <pc:spChg chg="add">
          <ac:chgData name="Jonathan Whittinghill" userId="6947915c-9213-435a-8c13-4952e34e8c85" providerId="ADAL" clId="{A98334AD-BC66-4BE7-B797-0550E2C6186E}" dt="2025-11-17T22:51:53.801" v="109" actId="26606"/>
          <ac:spMkLst>
            <pc:docMk/>
            <pc:sldMk cId="653291396" sldId="264"/>
            <ac:spMk id="10" creationId="{A7C0F5DA-B59F-4F13-8BB8-FFD8F2C572BC}"/>
          </ac:spMkLst>
        </pc:spChg>
        <pc:spChg chg="add">
          <ac:chgData name="Jonathan Whittinghill" userId="6947915c-9213-435a-8c13-4952e34e8c85" providerId="ADAL" clId="{A98334AD-BC66-4BE7-B797-0550E2C6186E}" dt="2025-11-17T22:51:53.801" v="109" actId="26606"/>
          <ac:spMkLst>
            <pc:docMk/>
            <pc:sldMk cId="653291396" sldId="264"/>
            <ac:spMk id="12" creationId="{9CEA1DEC-CC9E-4776-9E08-048A15BFA6CA}"/>
          </ac:spMkLst>
        </pc:spChg>
        <pc:spChg chg="add">
          <ac:chgData name="Jonathan Whittinghill" userId="6947915c-9213-435a-8c13-4952e34e8c85" providerId="ADAL" clId="{A98334AD-BC66-4BE7-B797-0550E2C6186E}" dt="2025-11-17T22:51:53.801" v="109" actId="26606"/>
          <ac:spMkLst>
            <pc:docMk/>
            <pc:sldMk cId="653291396" sldId="264"/>
            <ac:spMk id="14" creationId="{9CE399CF-F4B8-4832-A8CB-B93F6B1EF44B}"/>
          </ac:spMkLst>
        </pc:spChg>
        <pc:spChg chg="add">
          <ac:chgData name="Jonathan Whittinghill" userId="6947915c-9213-435a-8c13-4952e34e8c85" providerId="ADAL" clId="{A98334AD-BC66-4BE7-B797-0550E2C6186E}" dt="2025-11-17T22:51:53.801" v="109" actId="26606"/>
          <ac:spMkLst>
            <pc:docMk/>
            <pc:sldMk cId="653291396" sldId="264"/>
            <ac:spMk id="16" creationId="{1F23E73A-FDC8-462C-83C1-3AA8961449CF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653291396" sldId="264"/>
            <ac:spMk id="17" creationId="{7264F718-7FAC-4056-9FA9-A603EC682FE7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653291396" sldId="264"/>
            <ac:spMk id="19" creationId="{F74639F7-E3C7-4165-A83E-6386A86BA1DA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653291396" sldId="264"/>
            <ac:spMk id="21" creationId="{8B3AF0F1-707A-463E-B5EE-33C63A40CFC9}"/>
          </ac:spMkLst>
        </pc:spChg>
      </pc:sldChg>
      <pc:sldChg chg="addSp delSp del mod setBg delAnim delDesignElem">
        <pc:chgData name="Jonathan Whittinghill" userId="6947915c-9213-435a-8c13-4952e34e8c85" providerId="ADAL" clId="{A98334AD-BC66-4BE7-B797-0550E2C6186E}" dt="2025-11-17T22:58:18.135" v="175" actId="47"/>
        <pc:sldMkLst>
          <pc:docMk/>
          <pc:sldMk cId="3462820096" sldId="265"/>
        </pc:sldMkLst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3462820096" sldId="265"/>
            <ac:spMk id="12" creationId="{867D4867-5BA7-4462-B2F6-A23F4A622AA7}"/>
          </ac:spMkLst>
        </pc:spChg>
        <pc:picChg chg="add del">
          <ac:chgData name="Jonathan Whittinghill" userId="6947915c-9213-435a-8c13-4952e34e8c85" providerId="ADAL" clId="{A98334AD-BC66-4BE7-B797-0550E2C6186E}" dt="2025-11-17T22:49:11.038" v="62" actId="478"/>
          <ac:picMkLst>
            <pc:docMk/>
            <pc:sldMk cId="3462820096" sldId="265"/>
            <ac:picMk id="8" creationId="{752CA222-7787-1440-9AD7-3BA85714E502}"/>
          </ac:picMkLst>
        </pc:picChg>
        <pc:cxnChg chg="del">
          <ac:chgData name="Jonathan Whittinghill" userId="6947915c-9213-435a-8c13-4952e34e8c85" providerId="ADAL" clId="{A98334AD-BC66-4BE7-B797-0550E2C6186E}" dt="2025-11-17T22:49:13.466" v="63" actId="478"/>
          <ac:cxnSpMkLst>
            <pc:docMk/>
            <pc:sldMk cId="3462820096" sldId="265"/>
            <ac:cxnSpMk id="11" creationId="{DB50AA55-4137-45A9-BE4F-C40E6ABF81FE}"/>
          </ac:cxnSpMkLst>
        </pc:cxnChg>
        <pc:cxnChg chg="del">
          <ac:chgData name="Jonathan Whittinghill" userId="6947915c-9213-435a-8c13-4952e34e8c85" providerId="ADAL" clId="{A98334AD-BC66-4BE7-B797-0550E2C6186E}" dt="2025-11-17T22:49:14.912" v="64" actId="478"/>
          <ac:cxnSpMkLst>
            <pc:docMk/>
            <pc:sldMk cId="3462820096" sldId="265"/>
            <ac:cxnSpMk id="13" creationId="{1E5B1EB9-2E1E-49A6-A985-C658E49A7126}"/>
          </ac:cxnSpMkLst>
        </pc:cxnChg>
        <pc:cxnChg chg="del">
          <ac:chgData name="Jonathan Whittinghill" userId="6947915c-9213-435a-8c13-4952e34e8c85" providerId="ADAL" clId="{A98334AD-BC66-4BE7-B797-0550E2C6186E}" dt="2025-11-17T22:49:16.142" v="65" actId="478"/>
          <ac:cxnSpMkLst>
            <pc:docMk/>
            <pc:sldMk cId="3462820096" sldId="265"/>
            <ac:cxnSpMk id="15" creationId="{542013F0-AC27-4089-B229-A3FC02445FAD}"/>
          </ac:cxnSpMkLst>
        </pc:cxnChg>
        <pc:cxnChg chg="del">
          <ac:chgData name="Jonathan Whittinghill" userId="6947915c-9213-435a-8c13-4952e34e8c85" providerId="ADAL" clId="{A98334AD-BC66-4BE7-B797-0550E2C6186E}" dt="2025-11-17T22:49:17.200" v="66" actId="478"/>
          <ac:cxnSpMkLst>
            <pc:docMk/>
            <pc:sldMk cId="3462820096" sldId="265"/>
            <ac:cxnSpMk id="16" creationId="{29C58E3A-34E2-4221-A994-ACF6B8ACDC1E}"/>
          </ac:cxnSpMkLst>
        </pc:cxnChg>
        <pc:cxnChg chg="del">
          <ac:chgData name="Jonathan Whittinghill" userId="6947915c-9213-435a-8c13-4952e34e8c85" providerId="ADAL" clId="{A98334AD-BC66-4BE7-B797-0550E2C6186E}" dt="2025-11-17T22:49:17.902" v="67" actId="478"/>
          <ac:cxnSpMkLst>
            <pc:docMk/>
            <pc:sldMk cId="3462820096" sldId="265"/>
            <ac:cxnSpMk id="17" creationId="{09C405E2-2759-4DAC-8C06-50AD9FBF555F}"/>
          </ac:cxnSpMkLst>
        </pc:cxnChg>
      </pc:sldChg>
      <pc:sldChg chg="delSp setBg delDesignElem">
        <pc:chgData name="Jonathan Whittinghill" userId="6947915c-9213-435a-8c13-4952e34e8c85" providerId="ADAL" clId="{A98334AD-BC66-4BE7-B797-0550E2C6186E}" dt="2025-11-17T22:54:21.635" v="122"/>
        <pc:sldMkLst>
          <pc:docMk/>
          <pc:sldMk cId="2652367974" sldId="267"/>
        </pc:sldMkLst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2652367974" sldId="267"/>
            <ac:spMk id="8" creationId="{70DFC902-7D23-471A-B557-B6B6917D7A0D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2652367974" sldId="267"/>
            <ac:spMk id="10" creationId="{A55D5633-D557-4DCA-982C-FF36EB7A1C00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2652367974" sldId="267"/>
            <ac:spMk id="12" creationId="{450D3AD2-FA80-415F-A9CE-54D884561CD7}"/>
          </ac:spMkLst>
        </pc:spChg>
      </pc:sldChg>
      <pc:sldChg chg="addSp delSp modSp mod setBg delDesignElem">
        <pc:chgData name="Jonathan Whittinghill" userId="6947915c-9213-435a-8c13-4952e34e8c85" providerId="ADAL" clId="{A98334AD-BC66-4BE7-B797-0550E2C6186E}" dt="2025-11-17T22:54:21.635" v="122"/>
        <pc:sldMkLst>
          <pc:docMk/>
          <pc:sldMk cId="1159009536" sldId="268"/>
        </pc:sldMkLst>
        <pc:spChg chg="mod">
          <ac:chgData name="Jonathan Whittinghill" userId="6947915c-9213-435a-8c13-4952e34e8c85" providerId="ADAL" clId="{A98334AD-BC66-4BE7-B797-0550E2C6186E}" dt="2025-11-17T22:48:42.947" v="58" actId="26606"/>
          <ac:spMkLst>
            <pc:docMk/>
            <pc:sldMk cId="1159009536" sldId="268"/>
            <ac:spMk id="2" creationId="{4D1CD55A-669B-17C0-5303-230E9FE10236}"/>
          </ac:spMkLst>
        </pc:spChg>
        <pc:spChg chg="mod ord">
          <ac:chgData name="Jonathan Whittinghill" userId="6947915c-9213-435a-8c13-4952e34e8c85" providerId="ADAL" clId="{A98334AD-BC66-4BE7-B797-0550E2C6186E}" dt="2025-11-17T22:52:06.359" v="111" actId="26606"/>
          <ac:spMkLst>
            <pc:docMk/>
            <pc:sldMk cId="1159009536" sldId="268"/>
            <ac:spMk id="4" creationId="{B1F45549-2251-5466-0567-3783FE8B1C2B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1159009536" sldId="268"/>
            <ac:spMk id="12" creationId="{72895B4D-5D35-7553-E61D-AFB4FA8DAB5A}"/>
          </ac:spMkLst>
        </pc:spChg>
        <pc:spChg chg="add del">
          <ac:chgData name="Jonathan Whittinghill" userId="6947915c-9213-435a-8c13-4952e34e8c85" providerId="ADAL" clId="{A98334AD-BC66-4BE7-B797-0550E2C6186E}" dt="2025-11-17T22:49:20.587" v="70"/>
          <ac:spMkLst>
            <pc:docMk/>
            <pc:sldMk cId="1159009536" sldId="268"/>
            <ac:spMk id="29" creationId="{4F03ED98-831F-4563-BEB3-C67C31E34400}"/>
          </ac:spMkLst>
        </pc:spChg>
        <pc:spChg chg="add del">
          <ac:chgData name="Jonathan Whittinghill" userId="6947915c-9213-435a-8c13-4952e34e8c85" providerId="ADAL" clId="{A98334AD-BC66-4BE7-B797-0550E2C6186E}" dt="2025-11-17T22:49:20.587" v="70"/>
          <ac:spMkLst>
            <pc:docMk/>
            <pc:sldMk cId="1159009536" sldId="268"/>
            <ac:spMk id="31" creationId="{674DE62C-1444-4E9B-BC48-CA6880EFEF5A}"/>
          </ac:spMkLst>
        </pc:spChg>
        <pc:spChg chg="add del">
          <ac:chgData name="Jonathan Whittinghill" userId="6947915c-9213-435a-8c13-4952e34e8c85" providerId="ADAL" clId="{A98334AD-BC66-4BE7-B797-0550E2C6186E}" dt="2025-11-17T22:49:20.587" v="70"/>
          <ac:spMkLst>
            <pc:docMk/>
            <pc:sldMk cId="1159009536" sldId="268"/>
            <ac:spMk id="33" creationId="{532B7868-881B-4B4F-96E9-6E714768BBAC}"/>
          </ac:spMkLst>
        </pc:spChg>
        <pc:spChg chg="add del">
          <ac:chgData name="Jonathan Whittinghill" userId="6947915c-9213-435a-8c13-4952e34e8c85" providerId="ADAL" clId="{A98334AD-BC66-4BE7-B797-0550E2C6186E}" dt="2025-11-17T22:49:20.587" v="70"/>
          <ac:spMkLst>
            <pc:docMk/>
            <pc:sldMk cId="1159009536" sldId="268"/>
            <ac:spMk id="35" creationId="{756AC0C9-AEF1-443B-A64F-B05A01B68585}"/>
          </ac:spMkLst>
        </pc:spChg>
        <pc:spChg chg="add del">
          <ac:chgData name="Jonathan Whittinghill" userId="6947915c-9213-435a-8c13-4952e34e8c85" providerId="ADAL" clId="{A98334AD-BC66-4BE7-B797-0550E2C6186E}" dt="2025-11-17T22:49:20.587" v="70"/>
          <ac:spMkLst>
            <pc:docMk/>
            <pc:sldMk cId="1159009536" sldId="268"/>
            <ac:spMk id="37" creationId="{C625AAF6-BC58-4225-A7B9-294C3062D592}"/>
          </ac:spMkLst>
        </pc:spChg>
        <pc:spChg chg="add del">
          <ac:chgData name="Jonathan Whittinghill" userId="6947915c-9213-435a-8c13-4952e34e8c85" providerId="ADAL" clId="{A98334AD-BC66-4BE7-B797-0550E2C6186E}" dt="2025-11-17T22:49:20.587" v="70"/>
          <ac:spMkLst>
            <pc:docMk/>
            <pc:sldMk cId="1159009536" sldId="268"/>
            <ac:spMk id="39" creationId="{6704688B-CB80-4241-9F1D-D462116CB92A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1159009536" sldId="268"/>
            <ac:spMk id="41" creationId="{4F03ED98-831F-4563-BEB3-C67C31E34400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1159009536" sldId="268"/>
            <ac:spMk id="42" creationId="{674DE62C-1444-4E9B-BC48-CA6880EFEF5A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1159009536" sldId="268"/>
            <ac:spMk id="43" creationId="{532B7868-881B-4B4F-96E9-6E714768BBAC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1159009536" sldId="268"/>
            <ac:spMk id="44" creationId="{756AC0C9-AEF1-443B-A64F-B05A01B68585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1159009536" sldId="268"/>
            <ac:spMk id="45" creationId="{C625AAF6-BC58-4225-A7B9-294C3062D592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1159009536" sldId="268"/>
            <ac:spMk id="46" creationId="{6704688B-CB80-4241-9F1D-D462116CB92A}"/>
          </ac:spMkLst>
        </pc:spChg>
        <pc:spChg chg="add">
          <ac:chgData name="Jonathan Whittinghill" userId="6947915c-9213-435a-8c13-4952e34e8c85" providerId="ADAL" clId="{A98334AD-BC66-4BE7-B797-0550E2C6186E}" dt="2025-11-17T22:52:06.359" v="111" actId="26606"/>
          <ac:spMkLst>
            <pc:docMk/>
            <pc:sldMk cId="1159009536" sldId="268"/>
            <ac:spMk id="48" creationId="{4F03ED98-831F-4563-BEB3-C67C31E34400}"/>
          </ac:spMkLst>
        </pc:spChg>
        <pc:spChg chg="add">
          <ac:chgData name="Jonathan Whittinghill" userId="6947915c-9213-435a-8c13-4952e34e8c85" providerId="ADAL" clId="{A98334AD-BC66-4BE7-B797-0550E2C6186E}" dt="2025-11-17T22:52:06.359" v="111" actId="26606"/>
          <ac:spMkLst>
            <pc:docMk/>
            <pc:sldMk cId="1159009536" sldId="268"/>
            <ac:spMk id="49" creationId="{674DE62C-1444-4E9B-BC48-CA6880EFEF5A}"/>
          </ac:spMkLst>
        </pc:spChg>
        <pc:spChg chg="add">
          <ac:chgData name="Jonathan Whittinghill" userId="6947915c-9213-435a-8c13-4952e34e8c85" providerId="ADAL" clId="{A98334AD-BC66-4BE7-B797-0550E2C6186E}" dt="2025-11-17T22:52:06.359" v="111" actId="26606"/>
          <ac:spMkLst>
            <pc:docMk/>
            <pc:sldMk cId="1159009536" sldId="268"/>
            <ac:spMk id="50" creationId="{532B7868-881B-4B4F-96E9-6E714768BBAC}"/>
          </ac:spMkLst>
        </pc:spChg>
        <pc:spChg chg="add">
          <ac:chgData name="Jonathan Whittinghill" userId="6947915c-9213-435a-8c13-4952e34e8c85" providerId="ADAL" clId="{A98334AD-BC66-4BE7-B797-0550E2C6186E}" dt="2025-11-17T22:52:06.359" v="111" actId="26606"/>
          <ac:spMkLst>
            <pc:docMk/>
            <pc:sldMk cId="1159009536" sldId="268"/>
            <ac:spMk id="51" creationId="{756AC0C9-AEF1-443B-A64F-B05A01B68585}"/>
          </ac:spMkLst>
        </pc:spChg>
        <pc:spChg chg="add">
          <ac:chgData name="Jonathan Whittinghill" userId="6947915c-9213-435a-8c13-4952e34e8c85" providerId="ADAL" clId="{A98334AD-BC66-4BE7-B797-0550E2C6186E}" dt="2025-11-17T22:52:06.359" v="111" actId="26606"/>
          <ac:spMkLst>
            <pc:docMk/>
            <pc:sldMk cId="1159009536" sldId="268"/>
            <ac:spMk id="52" creationId="{C625AAF6-BC58-4225-A7B9-294C3062D592}"/>
          </ac:spMkLst>
        </pc:spChg>
        <pc:spChg chg="add">
          <ac:chgData name="Jonathan Whittinghill" userId="6947915c-9213-435a-8c13-4952e34e8c85" providerId="ADAL" clId="{A98334AD-BC66-4BE7-B797-0550E2C6186E}" dt="2025-11-17T22:52:06.359" v="111" actId="26606"/>
          <ac:spMkLst>
            <pc:docMk/>
            <pc:sldMk cId="1159009536" sldId="268"/>
            <ac:spMk id="53" creationId="{6704688B-CB80-4241-9F1D-D462116CB92A}"/>
          </ac:spMkLst>
        </pc:spChg>
        <pc:grpChg chg="add del">
          <ac:chgData name="Jonathan Whittinghill" userId="6947915c-9213-435a-8c13-4952e34e8c85" providerId="ADAL" clId="{A98334AD-BC66-4BE7-B797-0550E2C6186E}" dt="2025-11-17T22:51:47.697" v="108"/>
          <ac:grpSpMkLst>
            <pc:docMk/>
            <pc:sldMk cId="1159009536" sldId="268"/>
            <ac:grpSpMk id="15" creationId="{EAA979B0-4062-4F2D-8410-EB5084A6F222}"/>
          </ac:grpSpMkLst>
        </pc:grpChg>
        <pc:grpChg chg="del">
          <ac:chgData name="Jonathan Whittinghill" userId="6947915c-9213-435a-8c13-4952e34e8c85" providerId="ADAL" clId="{A98334AD-BC66-4BE7-B797-0550E2C6186E}" dt="2025-11-17T22:49:20.587" v="70"/>
          <ac:grpSpMkLst>
            <pc:docMk/>
            <pc:sldMk cId="1159009536" sldId="268"/>
            <ac:grpSpMk id="18" creationId="{EAA979B0-4062-4F2D-8410-EB5084A6F222}"/>
          </ac:grpSpMkLst>
        </pc:grpChg>
        <pc:grpChg chg="add">
          <ac:chgData name="Jonathan Whittinghill" userId="6947915c-9213-435a-8c13-4952e34e8c85" providerId="ADAL" clId="{A98334AD-BC66-4BE7-B797-0550E2C6186E}" dt="2025-11-17T22:52:06.359" v="111" actId="26606"/>
          <ac:grpSpMkLst>
            <pc:docMk/>
            <pc:sldMk cId="1159009536" sldId="268"/>
            <ac:grpSpMk id="47" creationId="{EAA979B0-4062-4F2D-8410-EB5084A6F222}"/>
          </ac:grpSpMkLst>
        </pc:grpChg>
        <pc:picChg chg="mod">
          <ac:chgData name="Jonathan Whittinghill" userId="6947915c-9213-435a-8c13-4952e34e8c85" providerId="ADAL" clId="{A98334AD-BC66-4BE7-B797-0550E2C6186E}" dt="2025-11-17T22:48:42.947" v="58" actId="26606"/>
          <ac:picMkLst>
            <pc:docMk/>
            <pc:sldMk cId="1159009536" sldId="268"/>
            <ac:picMk id="8" creationId="{AFB4BF62-EC6F-8CA8-456F-092C698E892A}"/>
          </ac:picMkLst>
        </pc:picChg>
        <pc:picChg chg="mod">
          <ac:chgData name="Jonathan Whittinghill" userId="6947915c-9213-435a-8c13-4952e34e8c85" providerId="ADAL" clId="{A98334AD-BC66-4BE7-B797-0550E2C6186E}" dt="2025-11-17T22:48:42.947" v="58" actId="26606"/>
          <ac:picMkLst>
            <pc:docMk/>
            <pc:sldMk cId="1159009536" sldId="268"/>
            <ac:picMk id="10" creationId="{2784AF2B-F843-D768-AD28-F09E7498C1E7}"/>
          </ac:picMkLst>
        </pc:picChg>
      </pc:sldChg>
      <pc:sldChg chg="addSp delSp modSp mod setBg delDesignElem">
        <pc:chgData name="Jonathan Whittinghill" userId="6947915c-9213-435a-8c13-4952e34e8c85" providerId="ADAL" clId="{A98334AD-BC66-4BE7-B797-0550E2C6186E}" dt="2025-11-17T22:54:21.635" v="122"/>
        <pc:sldMkLst>
          <pc:docMk/>
          <pc:sldMk cId="988416416" sldId="269"/>
        </pc:sldMkLst>
        <pc:spChg chg="mod">
          <ac:chgData name="Jonathan Whittinghill" userId="6947915c-9213-435a-8c13-4952e34e8c85" providerId="ADAL" clId="{A98334AD-BC66-4BE7-B797-0550E2C6186E}" dt="2025-11-17T22:50:47.638" v="82" actId="26606"/>
          <ac:spMkLst>
            <pc:docMk/>
            <pc:sldMk cId="988416416" sldId="269"/>
            <ac:spMk id="2" creationId="{1ACF8DF4-4E66-BFC6-6737-26F581EB5C4B}"/>
          </ac:spMkLst>
        </pc:spChg>
        <pc:spChg chg="mod ord">
          <ac:chgData name="Jonathan Whittinghill" userId="6947915c-9213-435a-8c13-4952e34e8c85" providerId="ADAL" clId="{A98334AD-BC66-4BE7-B797-0550E2C6186E}" dt="2025-11-17T22:52:00.783" v="110" actId="26606"/>
          <ac:spMkLst>
            <pc:docMk/>
            <pc:sldMk cId="988416416" sldId="269"/>
            <ac:spMk id="4" creationId="{848604A7-C598-1FD2-6B60-E1F896945156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988416416" sldId="269"/>
            <ac:spMk id="12" creationId="{9CB9C06B-529B-A86C-5068-782B930B37D6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988416416" sldId="269"/>
            <ac:spMk id="22" creationId="{079CE317-680B-449C-A423-71C1FE069B4C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988416416" sldId="269"/>
            <ac:spMk id="24" creationId="{643780CE-2BE5-46F6-97B2-60DF30217ED3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988416416" sldId="269"/>
            <ac:spMk id="26" creationId="{61A87A49-68E6-459E-A5A6-46229FF42125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988416416" sldId="269"/>
            <ac:spMk id="28" creationId="{F6ACD5FC-CAFE-48EB-B765-60EED2E052F0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988416416" sldId="269"/>
            <ac:spMk id="30" creationId="{9F33B405-D785-4738-B1C0-6A0AA5E98286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988416416" sldId="269"/>
            <ac:spMk id="32" creationId="{4233DC0E-DE6C-4FB6-A529-51B162641AB8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988416416" sldId="269"/>
            <ac:spMk id="34" creationId="{3870477F-E451-4BC3-863F-0E2FC572884B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988416416" sldId="269"/>
            <ac:spMk id="36" creationId="{B4A81DE1-E2BC-4A31-99EE-71350421B0EA}"/>
          </ac:spMkLst>
        </pc:spChg>
        <pc:spChg chg="add">
          <ac:chgData name="Jonathan Whittinghill" userId="6947915c-9213-435a-8c13-4952e34e8c85" providerId="ADAL" clId="{A98334AD-BC66-4BE7-B797-0550E2C6186E}" dt="2025-11-17T22:52:00.783" v="110" actId="26606"/>
          <ac:spMkLst>
            <pc:docMk/>
            <pc:sldMk cId="988416416" sldId="269"/>
            <ac:spMk id="37" creationId="{079CE317-680B-449C-A423-71C1FE069B4C}"/>
          </ac:spMkLst>
        </pc:spChg>
        <pc:spChg chg="add">
          <ac:chgData name="Jonathan Whittinghill" userId="6947915c-9213-435a-8c13-4952e34e8c85" providerId="ADAL" clId="{A98334AD-BC66-4BE7-B797-0550E2C6186E}" dt="2025-11-17T22:52:00.783" v="110" actId="26606"/>
          <ac:spMkLst>
            <pc:docMk/>
            <pc:sldMk cId="988416416" sldId="269"/>
            <ac:spMk id="38" creationId="{643780CE-2BE5-46F6-97B2-60DF30217ED3}"/>
          </ac:spMkLst>
        </pc:spChg>
        <pc:spChg chg="add">
          <ac:chgData name="Jonathan Whittinghill" userId="6947915c-9213-435a-8c13-4952e34e8c85" providerId="ADAL" clId="{A98334AD-BC66-4BE7-B797-0550E2C6186E}" dt="2025-11-17T22:52:00.783" v="110" actId="26606"/>
          <ac:spMkLst>
            <pc:docMk/>
            <pc:sldMk cId="988416416" sldId="269"/>
            <ac:spMk id="39" creationId="{61A87A49-68E6-459E-A5A6-46229FF42125}"/>
          </ac:spMkLst>
        </pc:spChg>
        <pc:spChg chg="add">
          <ac:chgData name="Jonathan Whittinghill" userId="6947915c-9213-435a-8c13-4952e34e8c85" providerId="ADAL" clId="{A98334AD-BC66-4BE7-B797-0550E2C6186E}" dt="2025-11-17T22:52:00.783" v="110" actId="26606"/>
          <ac:spMkLst>
            <pc:docMk/>
            <pc:sldMk cId="988416416" sldId="269"/>
            <ac:spMk id="40" creationId="{F6ACD5FC-CAFE-48EB-B765-60EED2E052F0}"/>
          </ac:spMkLst>
        </pc:spChg>
        <pc:spChg chg="add">
          <ac:chgData name="Jonathan Whittinghill" userId="6947915c-9213-435a-8c13-4952e34e8c85" providerId="ADAL" clId="{A98334AD-BC66-4BE7-B797-0550E2C6186E}" dt="2025-11-17T22:52:00.783" v="110" actId="26606"/>
          <ac:spMkLst>
            <pc:docMk/>
            <pc:sldMk cId="988416416" sldId="269"/>
            <ac:spMk id="41" creationId="{9F33B405-D785-4738-B1C0-6A0AA5E98286}"/>
          </ac:spMkLst>
        </pc:spChg>
        <pc:spChg chg="add">
          <ac:chgData name="Jonathan Whittinghill" userId="6947915c-9213-435a-8c13-4952e34e8c85" providerId="ADAL" clId="{A98334AD-BC66-4BE7-B797-0550E2C6186E}" dt="2025-11-17T22:52:00.783" v="110" actId="26606"/>
          <ac:spMkLst>
            <pc:docMk/>
            <pc:sldMk cId="988416416" sldId="269"/>
            <ac:spMk id="42" creationId="{4233DC0E-DE6C-4FB6-A529-51B162641AB8}"/>
          </ac:spMkLst>
        </pc:spChg>
        <pc:spChg chg="add">
          <ac:chgData name="Jonathan Whittinghill" userId="6947915c-9213-435a-8c13-4952e34e8c85" providerId="ADAL" clId="{A98334AD-BC66-4BE7-B797-0550E2C6186E}" dt="2025-11-17T22:52:00.783" v="110" actId="26606"/>
          <ac:spMkLst>
            <pc:docMk/>
            <pc:sldMk cId="988416416" sldId="269"/>
            <ac:spMk id="43" creationId="{3870477F-E451-4BC3-863F-0E2FC572884B}"/>
          </ac:spMkLst>
        </pc:spChg>
        <pc:spChg chg="add">
          <ac:chgData name="Jonathan Whittinghill" userId="6947915c-9213-435a-8c13-4952e34e8c85" providerId="ADAL" clId="{A98334AD-BC66-4BE7-B797-0550E2C6186E}" dt="2025-11-17T22:52:00.783" v="110" actId="26606"/>
          <ac:spMkLst>
            <pc:docMk/>
            <pc:sldMk cId="988416416" sldId="269"/>
            <ac:spMk id="44" creationId="{B4A81DE1-E2BC-4A31-99EE-71350421B0EA}"/>
          </ac:spMkLst>
        </pc:spChg>
        <pc:grpChg chg="add">
          <ac:chgData name="Jonathan Whittinghill" userId="6947915c-9213-435a-8c13-4952e34e8c85" providerId="ADAL" clId="{A98334AD-BC66-4BE7-B797-0550E2C6186E}" dt="2025-11-17T22:52:00.783" v="110" actId="26606"/>
          <ac:grpSpMkLst>
            <pc:docMk/>
            <pc:sldMk cId="988416416" sldId="269"/>
            <ac:grpSpMk id="9" creationId="{DDA34B8A-FA8D-4E16-AD72-7B60B1C2582A}"/>
          </ac:grpSpMkLst>
        </pc:grpChg>
        <pc:grpChg chg="del">
          <ac:chgData name="Jonathan Whittinghill" userId="6947915c-9213-435a-8c13-4952e34e8c85" providerId="ADAL" clId="{A98334AD-BC66-4BE7-B797-0550E2C6186E}" dt="2025-11-17T22:51:47.697" v="108"/>
          <ac:grpSpMkLst>
            <pc:docMk/>
            <pc:sldMk cId="988416416" sldId="269"/>
            <ac:grpSpMk id="11" creationId="{DDA34B8A-FA8D-4E16-AD72-7B60B1C2582A}"/>
          </ac:grpSpMkLst>
        </pc:grpChg>
      </pc:sldChg>
      <pc:sldChg chg="addSp delSp modSp del mod setBg delAnim delDesignElem">
        <pc:chgData name="Jonathan Whittinghill" userId="6947915c-9213-435a-8c13-4952e34e8c85" providerId="ADAL" clId="{A98334AD-BC66-4BE7-B797-0550E2C6186E}" dt="2025-11-17T23:00:19.625" v="213" actId="47"/>
        <pc:sldMkLst>
          <pc:docMk/>
          <pc:sldMk cId="449917432" sldId="270"/>
        </pc:sldMkLst>
        <pc:spChg chg="mod">
          <ac:chgData name="Jonathan Whittinghill" userId="6947915c-9213-435a-8c13-4952e34e8c85" providerId="ADAL" clId="{A98334AD-BC66-4BE7-B797-0550E2C6186E}" dt="2025-11-17T22:50:27.213" v="78" actId="26606"/>
          <ac:spMkLst>
            <pc:docMk/>
            <pc:sldMk cId="449917432" sldId="270"/>
            <ac:spMk id="2" creationId="{41D5B727-041F-504A-1FB2-A0EA1DDEFC12}"/>
          </ac:spMkLst>
        </pc:spChg>
        <pc:spChg chg="mod">
          <ac:chgData name="Jonathan Whittinghill" userId="6947915c-9213-435a-8c13-4952e34e8c85" providerId="ADAL" clId="{A98334AD-BC66-4BE7-B797-0550E2C6186E}" dt="2025-11-17T22:50:27.213" v="78" actId="26606"/>
          <ac:spMkLst>
            <pc:docMk/>
            <pc:sldMk cId="449917432" sldId="270"/>
            <ac:spMk id="4" creationId="{90B404DA-98C8-1A49-4887-10B3C318AC41}"/>
          </ac:spMkLst>
        </pc:spChg>
        <pc:spChg chg="add mod">
          <ac:chgData name="Jonathan Whittinghill" userId="6947915c-9213-435a-8c13-4952e34e8c85" providerId="ADAL" clId="{A98334AD-BC66-4BE7-B797-0550E2C6186E}" dt="2025-11-17T22:51:47.697" v="108"/>
          <ac:spMkLst>
            <pc:docMk/>
            <pc:sldMk cId="449917432" sldId="270"/>
            <ac:spMk id="5" creationId="{4ED888CF-004F-26F3-1148-E0D46A66B9EE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449917432" sldId="270"/>
            <ac:spMk id="12" creationId="{E848FEDD-B72D-33D6-B2B2-2D02AD409EA1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449917432" sldId="270"/>
            <ac:spMk id="24" creationId="{E4947D45-3E3A-4249-A3DB-5B907C179727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449917432" sldId="270"/>
            <ac:spMk id="26" creationId="{35BE4897-C7A1-4E8C-B5A5-8797DAC6DC74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449917432" sldId="270"/>
            <ac:spMk id="28" creationId="{C300240B-912F-4AD7-AE1B-923B3F987C1F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449917432" sldId="270"/>
            <ac:spMk id="30" creationId="{6421EF78-B00C-42F8-8908-2CF3E417CB0E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449917432" sldId="270"/>
            <ac:spMk id="32" creationId="{F3E0A6DF-2313-4EC2-B95B-212CD4861059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449917432" sldId="270"/>
            <ac:spMk id="34" creationId="{B083B194-504C-4B70-B8F6-80C51076FDC8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449917432" sldId="270"/>
            <ac:spMk id="36" creationId="{E9BF1AE2-40FC-4B8F-B531-AB84540A2C7D}"/>
          </ac:spMkLst>
        </pc:spChg>
        <pc:spChg chg="add del">
          <ac:chgData name="Jonathan Whittinghill" userId="6947915c-9213-435a-8c13-4952e34e8c85" providerId="ADAL" clId="{A98334AD-BC66-4BE7-B797-0550E2C6186E}" dt="2025-11-17T22:51:47.697" v="108"/>
          <ac:spMkLst>
            <pc:docMk/>
            <pc:sldMk cId="449917432" sldId="270"/>
            <ac:spMk id="38" creationId="{1C4EB7C1-42EF-4F28-AF4F-02E879CB6A6A}"/>
          </ac:spMkLst>
        </pc:spChg>
        <pc:grpChg chg="del">
          <ac:chgData name="Jonathan Whittinghill" userId="6947915c-9213-435a-8c13-4952e34e8c85" providerId="ADAL" clId="{A98334AD-BC66-4BE7-B797-0550E2C6186E}" dt="2025-11-17T22:51:47.697" v="108"/>
          <ac:grpSpMkLst>
            <pc:docMk/>
            <pc:sldMk cId="449917432" sldId="270"/>
            <ac:grpSpMk id="13" creationId="{ACCC08F4-6649-4752-A49D-EC2C8E965620}"/>
          </ac:grpSpMkLst>
        </pc:grpChg>
        <pc:picChg chg="del mod">
          <ac:chgData name="Jonathan Whittinghill" userId="6947915c-9213-435a-8c13-4952e34e8c85" providerId="ADAL" clId="{A98334AD-BC66-4BE7-B797-0550E2C6186E}" dt="2025-11-17T22:50:37.933" v="81" actId="478"/>
          <ac:picMkLst>
            <pc:docMk/>
            <pc:sldMk cId="449917432" sldId="270"/>
            <ac:picMk id="6" creationId="{5E1DA9A5-173C-E1E2-0D22-1D4194FBBAE8}"/>
          </ac:picMkLst>
        </pc:picChg>
        <pc:picChg chg="mod">
          <ac:chgData name="Jonathan Whittinghill" userId="6947915c-9213-435a-8c13-4952e34e8c85" providerId="ADAL" clId="{A98334AD-BC66-4BE7-B797-0550E2C6186E}" dt="2025-11-17T22:50:31.075" v="79" actId="1076"/>
          <ac:picMkLst>
            <pc:docMk/>
            <pc:sldMk cId="449917432" sldId="270"/>
            <ac:picMk id="8" creationId="{86DCC246-7004-70ED-ED86-B4ACBDB612FF}"/>
          </ac:picMkLst>
        </pc:picChg>
      </pc:sldChg>
      <pc:sldChg chg="addSp delSp modSp mod setBg modClrScheme delDesignElem chgLayout">
        <pc:chgData name="Jonathan Whittinghill" userId="6947915c-9213-435a-8c13-4952e34e8c85" providerId="ADAL" clId="{A98334AD-BC66-4BE7-B797-0550E2C6186E}" dt="2025-11-17T22:58:39.447" v="183" actId="27636"/>
        <pc:sldMkLst>
          <pc:docMk/>
          <pc:sldMk cId="658731719" sldId="271"/>
        </pc:sldMkLst>
        <pc:spChg chg="add del mod ord">
          <ac:chgData name="Jonathan Whittinghill" userId="6947915c-9213-435a-8c13-4952e34e8c85" providerId="ADAL" clId="{A98334AD-BC66-4BE7-B797-0550E2C6186E}" dt="2025-11-17T22:58:39.366" v="180" actId="700"/>
          <ac:spMkLst>
            <pc:docMk/>
            <pc:sldMk cId="658731719" sldId="271"/>
            <ac:spMk id="2" creationId="{A70ED8E4-3F69-5E2C-47C4-4B57976F4AEB}"/>
          </ac:spMkLst>
        </pc:spChg>
        <pc:spChg chg="add del mod ord">
          <ac:chgData name="Jonathan Whittinghill" userId="6947915c-9213-435a-8c13-4952e34e8c85" providerId="ADAL" clId="{A98334AD-BC66-4BE7-B797-0550E2C6186E}" dt="2025-11-17T22:58:39.366" v="180" actId="700"/>
          <ac:spMkLst>
            <pc:docMk/>
            <pc:sldMk cId="658731719" sldId="271"/>
            <ac:spMk id="3" creationId="{5E649AA5-2F21-227D-BB55-11DB67D84A06}"/>
          </ac:spMkLst>
        </pc:spChg>
        <pc:spChg chg="mod ord">
          <ac:chgData name="Jonathan Whittinghill" userId="6947915c-9213-435a-8c13-4952e34e8c85" providerId="ADAL" clId="{A98334AD-BC66-4BE7-B797-0550E2C6186E}" dt="2025-11-17T22:58:39.366" v="180" actId="700"/>
          <ac:spMkLst>
            <pc:docMk/>
            <pc:sldMk cId="658731719" sldId="271"/>
            <ac:spMk id="5" creationId="{D7986461-45C1-EADF-8AC1-E4339C65BEB7}"/>
          </ac:spMkLst>
        </pc:spChg>
        <pc:spChg chg="mod ord">
          <ac:chgData name="Jonathan Whittinghill" userId="6947915c-9213-435a-8c13-4952e34e8c85" providerId="ADAL" clId="{A98334AD-BC66-4BE7-B797-0550E2C6186E}" dt="2025-11-17T22:58:39.447" v="182" actId="27636"/>
          <ac:spMkLst>
            <pc:docMk/>
            <pc:sldMk cId="658731719" sldId="271"/>
            <ac:spMk id="7" creationId="{34C6A96F-C6A3-F121-6B67-AF44E6F52C0A}"/>
          </ac:spMkLst>
        </pc:spChg>
        <pc:spChg chg="mod ord">
          <ac:chgData name="Jonathan Whittinghill" userId="6947915c-9213-435a-8c13-4952e34e8c85" providerId="ADAL" clId="{A98334AD-BC66-4BE7-B797-0550E2C6186E}" dt="2025-11-17T22:58:39.447" v="183" actId="27636"/>
          <ac:spMkLst>
            <pc:docMk/>
            <pc:sldMk cId="658731719" sldId="271"/>
            <ac:spMk id="8" creationId="{C0134022-7A64-8061-1833-B48B4A33FC46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658731719" sldId="271"/>
            <ac:spMk id="13" creationId="{E35A04CF-97D4-4FF7-B359-C546B1F62E54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658731719" sldId="271"/>
            <ac:spMk id="15" creationId="{1DE7243B-5109-444B-8FAF-7437C66BC0E9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658731719" sldId="271"/>
            <ac:spMk id="17" creationId="{4C5D6221-DA7B-4611-AA26-7D8E349FDE96}"/>
          </ac:spMkLst>
        </pc:spChg>
      </pc:sldChg>
      <pc:sldChg chg="delSp modSp mod setBg delDesignElem">
        <pc:chgData name="Jonathan Whittinghill" userId="6947915c-9213-435a-8c13-4952e34e8c85" providerId="ADAL" clId="{A98334AD-BC66-4BE7-B797-0550E2C6186E}" dt="2025-11-17T22:54:21.635" v="122"/>
        <pc:sldMkLst>
          <pc:docMk/>
          <pc:sldMk cId="2361778159" sldId="272"/>
        </pc:sldMkLst>
        <pc:spChg chg="mod">
          <ac:chgData name="Jonathan Whittinghill" userId="6947915c-9213-435a-8c13-4952e34e8c85" providerId="ADAL" clId="{A98334AD-BC66-4BE7-B797-0550E2C6186E}" dt="2025-11-17T22:50:17.838" v="77" actId="1076"/>
          <ac:spMkLst>
            <pc:docMk/>
            <pc:sldMk cId="2361778159" sldId="272"/>
            <ac:spMk id="7" creationId="{A66FDAAC-2809-07A1-2161-FF34EF553706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2361778159" sldId="272"/>
            <ac:spMk id="12" creationId="{70DFC902-7D23-471A-B557-B6B6917D7A0D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2361778159" sldId="272"/>
            <ac:spMk id="14" creationId="{A55D5633-D557-4DCA-982C-FF36EB7A1C00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2361778159" sldId="272"/>
            <ac:spMk id="16" creationId="{450D3AD2-FA80-415F-A9CE-54D884561CD7}"/>
          </ac:spMkLst>
        </pc:spChg>
      </pc:sldChg>
      <pc:sldChg chg="addSp delSp modSp mod setBg modClrScheme modAnim delDesignElem chgLayout">
        <pc:chgData name="Jonathan Whittinghill" userId="6947915c-9213-435a-8c13-4952e34e8c85" providerId="ADAL" clId="{A98334AD-BC66-4BE7-B797-0550E2C6186E}" dt="2025-11-17T22:54:21.635" v="122"/>
        <pc:sldMkLst>
          <pc:docMk/>
          <pc:sldMk cId="1987292724" sldId="273"/>
        </pc:sldMkLst>
        <pc:spChg chg="mod ord">
          <ac:chgData name="Jonathan Whittinghill" userId="6947915c-9213-435a-8c13-4952e34e8c85" providerId="ADAL" clId="{A98334AD-BC66-4BE7-B797-0550E2C6186E}" dt="2025-11-17T22:51:47.697" v="108"/>
          <ac:spMkLst>
            <pc:docMk/>
            <pc:sldMk cId="1987292724" sldId="273"/>
            <ac:spMk id="2" creationId="{251E1DBB-D837-40B3-8649-EF227D4BA784}"/>
          </ac:spMkLst>
        </pc:spChg>
        <pc:spChg chg="add mod ord">
          <ac:chgData name="Jonathan Whittinghill" userId="6947915c-9213-435a-8c13-4952e34e8c85" providerId="ADAL" clId="{A98334AD-BC66-4BE7-B797-0550E2C6186E}" dt="2025-11-17T22:51:47.697" v="108"/>
          <ac:spMkLst>
            <pc:docMk/>
            <pc:sldMk cId="1987292724" sldId="273"/>
            <ac:spMk id="3" creationId="{2C5BDF5D-EBBF-9748-5584-1247240AAB99}"/>
          </ac:spMkLst>
        </pc:spChg>
        <pc:spChg chg="mod ord">
          <ac:chgData name="Jonathan Whittinghill" userId="6947915c-9213-435a-8c13-4952e34e8c85" providerId="ADAL" clId="{A98334AD-BC66-4BE7-B797-0550E2C6186E}" dt="2025-11-17T22:51:47.697" v="108"/>
          <ac:spMkLst>
            <pc:docMk/>
            <pc:sldMk cId="1987292724" sldId="273"/>
            <ac:spMk id="13" creationId="{EC36FFCC-841C-4ECE-B806-6A35C90241AA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1987292724" sldId="273"/>
            <ac:spMk id="15" creationId="{70DFC902-7D23-471A-B557-B6B6917D7A0D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1987292724" sldId="273"/>
            <ac:spMk id="16" creationId="{A55D5633-D557-4DCA-982C-FF36EB7A1C00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1987292724" sldId="273"/>
            <ac:spMk id="17" creationId="{450D3AD2-FA80-415F-A9CE-54D884561CD7}"/>
          </ac:spMkLst>
        </pc:spChg>
      </pc:sldChg>
      <pc:sldChg chg="delSp modSp mod setBg delDesignElem">
        <pc:chgData name="Jonathan Whittinghill" userId="6947915c-9213-435a-8c13-4952e34e8c85" providerId="ADAL" clId="{A98334AD-BC66-4BE7-B797-0550E2C6186E}" dt="2025-11-17T22:54:21.635" v="122"/>
        <pc:sldMkLst>
          <pc:docMk/>
          <pc:sldMk cId="3808761852" sldId="275"/>
        </pc:sldMkLst>
        <pc:spChg chg="mod">
          <ac:chgData name="Jonathan Whittinghill" userId="6947915c-9213-435a-8c13-4952e34e8c85" providerId="ADAL" clId="{A98334AD-BC66-4BE7-B797-0550E2C6186E}" dt="2025-11-17T22:47:14.099" v="42" actId="27636"/>
          <ac:spMkLst>
            <pc:docMk/>
            <pc:sldMk cId="3808761852" sldId="275"/>
            <ac:spMk id="3" creationId="{0684F478-B7BE-83FC-2DD2-B5D697BE5FFF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3808761852" sldId="275"/>
            <ac:spMk id="8" creationId="{70DFC902-7D23-471A-B557-B6B6917D7A0D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3808761852" sldId="275"/>
            <ac:spMk id="10" creationId="{A55D5633-D557-4DCA-982C-FF36EB7A1C00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3808761852" sldId="275"/>
            <ac:spMk id="12" creationId="{450D3AD2-FA80-415F-A9CE-54D884561CD7}"/>
          </ac:spMkLst>
        </pc:spChg>
      </pc:sldChg>
      <pc:sldChg chg="delSp modSp mod setBg delDesignElem">
        <pc:chgData name="Jonathan Whittinghill" userId="6947915c-9213-435a-8c13-4952e34e8c85" providerId="ADAL" clId="{A98334AD-BC66-4BE7-B797-0550E2C6186E}" dt="2025-11-17T22:54:21.635" v="122"/>
        <pc:sldMkLst>
          <pc:docMk/>
          <pc:sldMk cId="4159191642" sldId="276"/>
        </pc:sldMkLst>
        <pc:spChg chg="mod">
          <ac:chgData name="Jonathan Whittinghill" userId="6947915c-9213-435a-8c13-4952e34e8c85" providerId="ADAL" clId="{A98334AD-BC66-4BE7-B797-0550E2C6186E}" dt="2025-11-17T22:47:14.072" v="38" actId="27636"/>
          <ac:spMkLst>
            <pc:docMk/>
            <pc:sldMk cId="4159191642" sldId="276"/>
            <ac:spMk id="3" creationId="{470A2BBA-299B-539A-A4A9-D21C920B89D0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4159191642" sldId="276"/>
            <ac:spMk id="8" creationId="{70DFC902-7D23-471A-B557-B6B6917D7A0D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4159191642" sldId="276"/>
            <ac:spMk id="10" creationId="{A55D5633-D557-4DCA-982C-FF36EB7A1C00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4159191642" sldId="276"/>
            <ac:spMk id="12" creationId="{450D3AD2-FA80-415F-A9CE-54D884561CD7}"/>
          </ac:spMkLst>
        </pc:spChg>
      </pc:sldChg>
      <pc:sldChg chg="delSp modSp mod setBg delDesignElem">
        <pc:chgData name="Jonathan Whittinghill" userId="6947915c-9213-435a-8c13-4952e34e8c85" providerId="ADAL" clId="{A98334AD-BC66-4BE7-B797-0550E2C6186E}" dt="2025-11-17T22:54:21.635" v="122"/>
        <pc:sldMkLst>
          <pc:docMk/>
          <pc:sldMk cId="1946106913" sldId="277"/>
        </pc:sldMkLst>
        <pc:spChg chg="mod">
          <ac:chgData name="Jonathan Whittinghill" userId="6947915c-9213-435a-8c13-4952e34e8c85" providerId="ADAL" clId="{A98334AD-BC66-4BE7-B797-0550E2C6186E}" dt="2025-11-17T22:47:14.072" v="39" actId="27636"/>
          <ac:spMkLst>
            <pc:docMk/>
            <pc:sldMk cId="1946106913" sldId="277"/>
            <ac:spMk id="2" creationId="{7D113A59-9429-AC85-8150-815F7CE8DF73}"/>
          </ac:spMkLst>
        </pc:spChg>
        <pc:spChg chg="mod">
          <ac:chgData name="Jonathan Whittinghill" userId="6947915c-9213-435a-8c13-4952e34e8c85" providerId="ADAL" clId="{A98334AD-BC66-4BE7-B797-0550E2C6186E}" dt="2025-11-17T22:47:14.083" v="40" actId="27636"/>
          <ac:spMkLst>
            <pc:docMk/>
            <pc:sldMk cId="1946106913" sldId="277"/>
            <ac:spMk id="3" creationId="{70AAECB9-3509-F445-9C22-0DD0012EBA28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1946106913" sldId="277"/>
            <ac:spMk id="8" creationId="{70DFC902-7D23-471A-B557-B6B6917D7A0D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1946106913" sldId="277"/>
            <ac:spMk id="10" creationId="{A55D5633-D557-4DCA-982C-FF36EB7A1C00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1946106913" sldId="277"/>
            <ac:spMk id="12" creationId="{450D3AD2-FA80-415F-A9CE-54D884561CD7}"/>
          </ac:spMkLst>
        </pc:spChg>
      </pc:sldChg>
      <pc:sldChg chg="delSp modSp mod setBg delDesignElem">
        <pc:chgData name="Jonathan Whittinghill" userId="6947915c-9213-435a-8c13-4952e34e8c85" providerId="ADAL" clId="{A98334AD-BC66-4BE7-B797-0550E2C6186E}" dt="2025-11-17T22:54:21.635" v="122"/>
        <pc:sldMkLst>
          <pc:docMk/>
          <pc:sldMk cId="2901927846" sldId="278"/>
        </pc:sldMkLst>
        <pc:spChg chg="mod">
          <ac:chgData name="Jonathan Whittinghill" userId="6947915c-9213-435a-8c13-4952e34e8c85" providerId="ADAL" clId="{A98334AD-BC66-4BE7-B797-0550E2C6186E}" dt="2025-11-17T22:47:14.083" v="41" actId="27636"/>
          <ac:spMkLst>
            <pc:docMk/>
            <pc:sldMk cId="2901927846" sldId="278"/>
            <ac:spMk id="3" creationId="{A016FD94-68D8-96AF-98B1-43CDC742CCC1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2901927846" sldId="278"/>
            <ac:spMk id="8" creationId="{70DFC902-7D23-471A-B557-B6B6917D7A0D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2901927846" sldId="278"/>
            <ac:spMk id="10" creationId="{A55D5633-D557-4DCA-982C-FF36EB7A1C00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2901927846" sldId="278"/>
            <ac:spMk id="12" creationId="{450D3AD2-FA80-415F-A9CE-54D884561CD7}"/>
          </ac:spMkLst>
        </pc:spChg>
      </pc:sldChg>
      <pc:sldChg chg="delSp setBg delDesignElem">
        <pc:chgData name="Jonathan Whittinghill" userId="6947915c-9213-435a-8c13-4952e34e8c85" providerId="ADAL" clId="{A98334AD-BC66-4BE7-B797-0550E2C6186E}" dt="2025-11-17T22:54:21.635" v="122"/>
        <pc:sldMkLst>
          <pc:docMk/>
          <pc:sldMk cId="1706512424" sldId="279"/>
        </pc:sldMkLst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1706512424" sldId="279"/>
            <ac:spMk id="8" creationId="{79FC495C-9DF9-43C1-BAD8-E44DA5D8E79D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1706512424" sldId="279"/>
            <ac:spMk id="10" creationId="{98AD36E4-9393-148D-C6E3-0CF71E8E3C51}"/>
          </ac:spMkLst>
        </pc:spChg>
        <pc:spChg chg="del">
          <ac:chgData name="Jonathan Whittinghill" userId="6947915c-9213-435a-8c13-4952e34e8c85" providerId="ADAL" clId="{A98334AD-BC66-4BE7-B797-0550E2C6186E}" dt="2025-11-17T22:47:13.448" v="34"/>
          <ac:spMkLst>
            <pc:docMk/>
            <pc:sldMk cId="1706512424" sldId="279"/>
            <ac:spMk id="12" creationId="{54F3D15A-94D9-C2AD-6DBA-43F7F98333C1}"/>
          </ac:spMkLst>
        </pc:spChg>
      </pc:sldChg>
      <pc:sldChg chg="addSp delSp modSp add mod modAnim">
        <pc:chgData name="Jonathan Whittinghill" userId="6947915c-9213-435a-8c13-4952e34e8c85" providerId="ADAL" clId="{A98334AD-BC66-4BE7-B797-0550E2C6186E}" dt="2025-11-17T23:14:11.700" v="242" actId="1076"/>
        <pc:sldMkLst>
          <pc:docMk/>
          <pc:sldMk cId="1416653001" sldId="281"/>
        </pc:sldMkLst>
        <pc:spChg chg="mod">
          <ac:chgData name="Jonathan Whittinghill" userId="6947915c-9213-435a-8c13-4952e34e8c85" providerId="ADAL" clId="{A98334AD-BC66-4BE7-B797-0550E2C6186E}" dt="2025-11-17T22:58:10.436" v="173" actId="20577"/>
          <ac:spMkLst>
            <pc:docMk/>
            <pc:sldMk cId="1416653001" sldId="281"/>
            <ac:spMk id="2" creationId="{47FCCB65-F361-B313-D9B6-3285ABDA597D}"/>
          </ac:spMkLst>
        </pc:spChg>
        <pc:spChg chg="mod">
          <ac:chgData name="Jonathan Whittinghill" userId="6947915c-9213-435a-8c13-4952e34e8c85" providerId="ADAL" clId="{A98334AD-BC66-4BE7-B797-0550E2C6186E}" dt="2025-11-17T22:58:00.899" v="151" actId="20577"/>
          <ac:spMkLst>
            <pc:docMk/>
            <pc:sldMk cId="1416653001" sldId="281"/>
            <ac:spMk id="4" creationId="{F826DE99-77E1-180F-CBB6-F92B6168C4B4}"/>
          </ac:spMkLst>
        </pc:spChg>
        <pc:spChg chg="add del mod">
          <ac:chgData name="Jonathan Whittinghill" userId="6947915c-9213-435a-8c13-4952e34e8c85" providerId="ADAL" clId="{A98334AD-BC66-4BE7-B797-0550E2C6186E}" dt="2025-11-17T23:14:02.287" v="238" actId="22"/>
          <ac:spMkLst>
            <pc:docMk/>
            <pc:sldMk cId="1416653001" sldId="281"/>
            <ac:spMk id="5" creationId="{FAE84027-EC22-0226-C511-B5D2983DDD1F}"/>
          </ac:spMkLst>
        </pc:spChg>
        <pc:picChg chg="del">
          <ac:chgData name="Jonathan Whittinghill" userId="6947915c-9213-435a-8c13-4952e34e8c85" providerId="ADAL" clId="{A98334AD-BC66-4BE7-B797-0550E2C6186E}" dt="2025-11-17T22:58:13.157" v="174" actId="478"/>
          <ac:picMkLst>
            <pc:docMk/>
            <pc:sldMk cId="1416653001" sldId="281"/>
            <ac:picMk id="6" creationId="{4A25B7DE-75A4-0046-418A-6F4E2FAE5122}"/>
          </ac:picMkLst>
        </pc:picChg>
        <pc:picChg chg="add mod ord">
          <ac:chgData name="Jonathan Whittinghill" userId="6947915c-9213-435a-8c13-4952e34e8c85" providerId="ADAL" clId="{A98334AD-BC66-4BE7-B797-0550E2C6186E}" dt="2025-11-17T23:14:11.700" v="242" actId="1076"/>
          <ac:picMkLst>
            <pc:docMk/>
            <pc:sldMk cId="1416653001" sldId="281"/>
            <ac:picMk id="9" creationId="{8320F201-D560-D66E-FB66-3994EE0CA749}"/>
          </ac:picMkLst>
        </pc:picChg>
      </pc:sldChg>
      <pc:sldChg chg="addSp delSp modSp add mod ord delAnim modAnim">
        <pc:chgData name="Jonathan Whittinghill" userId="6947915c-9213-435a-8c13-4952e34e8c85" providerId="ADAL" clId="{A98334AD-BC66-4BE7-B797-0550E2C6186E}" dt="2025-11-17T23:18:29.519" v="249" actId="1076"/>
        <pc:sldMkLst>
          <pc:docMk/>
          <pc:sldMk cId="776079759" sldId="282"/>
        </pc:sldMkLst>
        <pc:spChg chg="mod">
          <ac:chgData name="Jonathan Whittinghill" userId="6947915c-9213-435a-8c13-4952e34e8c85" providerId="ADAL" clId="{A98334AD-BC66-4BE7-B797-0550E2C6186E}" dt="2025-11-17T22:59:50.114" v="208" actId="20577"/>
          <ac:spMkLst>
            <pc:docMk/>
            <pc:sldMk cId="776079759" sldId="282"/>
            <ac:spMk id="2" creationId="{B91605FD-D66E-7BF9-A203-F9CAA369E0A7}"/>
          </ac:spMkLst>
        </pc:spChg>
        <pc:spChg chg="mod">
          <ac:chgData name="Jonathan Whittinghill" userId="6947915c-9213-435a-8c13-4952e34e8c85" providerId="ADAL" clId="{A98334AD-BC66-4BE7-B797-0550E2C6186E}" dt="2025-11-17T23:00:08.745" v="209"/>
          <ac:spMkLst>
            <pc:docMk/>
            <pc:sldMk cId="776079759" sldId="282"/>
            <ac:spMk id="4" creationId="{4C437D49-03AB-9AB5-563E-049D8684B62E}"/>
          </ac:spMkLst>
        </pc:spChg>
        <pc:spChg chg="add del mod">
          <ac:chgData name="Jonathan Whittinghill" userId="6947915c-9213-435a-8c13-4952e34e8c85" providerId="ADAL" clId="{A98334AD-BC66-4BE7-B797-0550E2C6186E}" dt="2025-11-17T23:17:42.434" v="245" actId="22"/>
          <ac:spMkLst>
            <pc:docMk/>
            <pc:sldMk cId="776079759" sldId="282"/>
            <ac:spMk id="5" creationId="{7A5ADA35-96F9-03BA-4BA7-B18E2D43062B}"/>
          </ac:spMkLst>
        </pc:spChg>
        <pc:picChg chg="add del">
          <ac:chgData name="Jonathan Whittinghill" userId="6947915c-9213-435a-8c13-4952e34e8c85" providerId="ADAL" clId="{A98334AD-BC66-4BE7-B797-0550E2C6186E}" dt="2025-11-17T23:17:41.385" v="244" actId="22"/>
          <ac:picMkLst>
            <pc:docMk/>
            <pc:sldMk cId="776079759" sldId="282"/>
            <ac:picMk id="7" creationId="{8826C710-A547-1233-BA8F-4D76866C46F5}"/>
          </ac:picMkLst>
        </pc:picChg>
        <pc:picChg chg="del">
          <ac:chgData name="Jonathan Whittinghill" userId="6947915c-9213-435a-8c13-4952e34e8c85" providerId="ADAL" clId="{A98334AD-BC66-4BE7-B797-0550E2C6186E}" dt="2025-11-17T23:00:15.210" v="210" actId="478"/>
          <ac:picMkLst>
            <pc:docMk/>
            <pc:sldMk cId="776079759" sldId="282"/>
            <ac:picMk id="8" creationId="{0B7B6E45-059F-CF6D-683E-F599687B2684}"/>
          </ac:picMkLst>
        </pc:picChg>
        <pc:picChg chg="del">
          <ac:chgData name="Jonathan Whittinghill" userId="6947915c-9213-435a-8c13-4952e34e8c85" providerId="ADAL" clId="{A98334AD-BC66-4BE7-B797-0550E2C6186E}" dt="2025-11-17T23:00:16.051" v="211" actId="478"/>
          <ac:picMkLst>
            <pc:docMk/>
            <pc:sldMk cId="776079759" sldId="282"/>
            <ac:picMk id="10" creationId="{6260BE3A-F7D0-D4BD-A1BF-76C0C3797D6C}"/>
          </ac:picMkLst>
        </pc:picChg>
        <pc:picChg chg="add mod ord">
          <ac:chgData name="Jonathan Whittinghill" userId="6947915c-9213-435a-8c13-4952e34e8c85" providerId="ADAL" clId="{A98334AD-BC66-4BE7-B797-0550E2C6186E}" dt="2025-11-17T23:17:44.242" v="246" actId="1076"/>
          <ac:picMkLst>
            <pc:docMk/>
            <pc:sldMk cId="776079759" sldId="282"/>
            <ac:picMk id="11" creationId="{47C72858-FBE6-0280-0818-9A42F7A9B3B3}"/>
          </ac:picMkLst>
        </pc:picChg>
        <pc:picChg chg="del">
          <ac:chgData name="Jonathan Whittinghill" userId="6947915c-9213-435a-8c13-4952e34e8c85" providerId="ADAL" clId="{A98334AD-BC66-4BE7-B797-0550E2C6186E}" dt="2025-11-17T23:00:17.194" v="212" actId="478"/>
          <ac:picMkLst>
            <pc:docMk/>
            <pc:sldMk cId="776079759" sldId="282"/>
            <ac:picMk id="13" creationId="{1ACB0800-DBD1-D50A-B46F-E5A563E07400}"/>
          </ac:picMkLst>
        </pc:picChg>
        <pc:picChg chg="add mod">
          <ac:chgData name="Jonathan Whittinghill" userId="6947915c-9213-435a-8c13-4952e34e8c85" providerId="ADAL" clId="{A98334AD-BC66-4BE7-B797-0550E2C6186E}" dt="2025-11-17T23:18:29.519" v="249" actId="1076"/>
          <ac:picMkLst>
            <pc:docMk/>
            <pc:sldMk cId="776079759" sldId="282"/>
            <ac:picMk id="14" creationId="{7324E00A-32B9-00EA-4034-4BF581FCAFB6}"/>
          </ac:picMkLst>
        </pc:picChg>
      </pc:sldChg>
      <pc:sldChg chg="addSp delSp modSp new mod modClrScheme modAnim chgLayout">
        <pc:chgData name="Jonathan Whittinghill" userId="6947915c-9213-435a-8c13-4952e34e8c85" providerId="ADAL" clId="{A98334AD-BC66-4BE7-B797-0550E2C6186E}" dt="2025-11-17T23:01:53.853" v="236" actId="1076"/>
        <pc:sldMkLst>
          <pc:docMk/>
          <pc:sldMk cId="45729580" sldId="283"/>
        </pc:sldMkLst>
        <pc:spChg chg="del mod ord">
          <ac:chgData name="Jonathan Whittinghill" userId="6947915c-9213-435a-8c13-4952e34e8c85" providerId="ADAL" clId="{A98334AD-BC66-4BE7-B797-0550E2C6186E}" dt="2025-11-17T23:00:55.514" v="217" actId="700"/>
          <ac:spMkLst>
            <pc:docMk/>
            <pc:sldMk cId="45729580" sldId="283"/>
            <ac:spMk id="2" creationId="{1A58A1B7-E723-9DB2-790C-460C1FEA960D}"/>
          </ac:spMkLst>
        </pc:spChg>
        <pc:spChg chg="del mod ord">
          <ac:chgData name="Jonathan Whittinghill" userId="6947915c-9213-435a-8c13-4952e34e8c85" providerId="ADAL" clId="{A98334AD-BC66-4BE7-B797-0550E2C6186E}" dt="2025-11-17T23:00:55.514" v="217" actId="700"/>
          <ac:spMkLst>
            <pc:docMk/>
            <pc:sldMk cId="45729580" sldId="283"/>
            <ac:spMk id="3" creationId="{8D877B1A-BED3-619D-8595-02713D64BADB}"/>
          </ac:spMkLst>
        </pc:spChg>
        <pc:spChg chg="del mod ord">
          <ac:chgData name="Jonathan Whittinghill" userId="6947915c-9213-435a-8c13-4952e34e8c85" providerId="ADAL" clId="{A98334AD-BC66-4BE7-B797-0550E2C6186E}" dt="2025-11-17T23:00:55.514" v="217" actId="700"/>
          <ac:spMkLst>
            <pc:docMk/>
            <pc:sldMk cId="45729580" sldId="283"/>
            <ac:spMk id="4" creationId="{1B7630ED-9E9B-E8C3-87CE-77EE54F2A434}"/>
          </ac:spMkLst>
        </pc:spChg>
        <pc:spChg chg="add mod ord">
          <ac:chgData name="Jonathan Whittinghill" userId="6947915c-9213-435a-8c13-4952e34e8c85" providerId="ADAL" clId="{A98334AD-BC66-4BE7-B797-0550E2C6186E}" dt="2025-11-17T23:01:16.512" v="221"/>
          <ac:spMkLst>
            <pc:docMk/>
            <pc:sldMk cId="45729580" sldId="283"/>
            <ac:spMk id="5" creationId="{AF347D49-4F37-838F-F5B0-716F407F1513}"/>
          </ac:spMkLst>
        </pc:spChg>
        <pc:spChg chg="add del mod ord">
          <ac:chgData name="Jonathan Whittinghill" userId="6947915c-9213-435a-8c13-4952e34e8c85" providerId="ADAL" clId="{A98334AD-BC66-4BE7-B797-0550E2C6186E}" dt="2025-11-17T23:01:03.711" v="219"/>
          <ac:spMkLst>
            <pc:docMk/>
            <pc:sldMk cId="45729580" sldId="283"/>
            <ac:spMk id="6" creationId="{6CA49076-D0A5-0168-BCC9-17E39A171532}"/>
          </ac:spMkLst>
        </pc:spChg>
        <pc:spChg chg="add mod ord">
          <ac:chgData name="Jonathan Whittinghill" userId="6947915c-9213-435a-8c13-4952e34e8c85" providerId="ADAL" clId="{A98334AD-BC66-4BE7-B797-0550E2C6186E}" dt="2025-11-17T23:01:26.786" v="229" actId="27636"/>
          <ac:spMkLst>
            <pc:docMk/>
            <pc:sldMk cId="45729580" sldId="283"/>
            <ac:spMk id="7" creationId="{FDF18DE2-AC49-0D60-BCF9-C405A0303D59}"/>
          </ac:spMkLst>
        </pc:spChg>
        <pc:spChg chg="add del">
          <ac:chgData name="Jonathan Whittinghill" userId="6947915c-9213-435a-8c13-4952e34e8c85" providerId="ADAL" clId="{A98334AD-BC66-4BE7-B797-0550E2C6186E}" dt="2025-11-17T23:01:22.563" v="223" actId="22"/>
          <ac:spMkLst>
            <pc:docMk/>
            <pc:sldMk cId="45729580" sldId="283"/>
            <ac:spMk id="10" creationId="{2078CDED-AA23-8F48-D82D-3AA5CF242F17}"/>
          </ac:spMkLst>
        </pc:spChg>
        <pc:picChg chg="add mod">
          <ac:chgData name="Jonathan Whittinghill" userId="6947915c-9213-435a-8c13-4952e34e8c85" providerId="ADAL" clId="{A98334AD-BC66-4BE7-B797-0550E2C6186E}" dt="2025-11-17T23:01:03.711" v="219"/>
          <ac:picMkLst>
            <pc:docMk/>
            <pc:sldMk cId="45729580" sldId="283"/>
            <ac:picMk id="8" creationId="{AF59FAF1-81EC-4448-9C70-F583C1D163FB}"/>
          </ac:picMkLst>
        </pc:picChg>
        <pc:cxnChg chg="add mod">
          <ac:chgData name="Jonathan Whittinghill" userId="6947915c-9213-435a-8c13-4952e34e8c85" providerId="ADAL" clId="{A98334AD-BC66-4BE7-B797-0550E2C6186E}" dt="2025-11-17T23:01:44.376" v="233" actId="1076"/>
          <ac:cxnSpMkLst>
            <pc:docMk/>
            <pc:sldMk cId="45729580" sldId="283"/>
            <ac:cxnSpMk id="11" creationId="{3EF6CD33-C607-4D0F-B5E8-491B5B579460}"/>
          </ac:cxnSpMkLst>
        </pc:cxnChg>
        <pc:cxnChg chg="add mod">
          <ac:chgData name="Jonathan Whittinghill" userId="6947915c-9213-435a-8c13-4952e34e8c85" providerId="ADAL" clId="{A98334AD-BC66-4BE7-B797-0550E2C6186E}" dt="2025-11-17T23:01:53.853" v="236" actId="1076"/>
          <ac:cxnSpMkLst>
            <pc:docMk/>
            <pc:sldMk cId="45729580" sldId="283"/>
            <ac:cxnSpMk id="12" creationId="{9197609D-2FEB-48C2-8195-9A754E48F907}"/>
          </ac:cxnSpMkLst>
        </pc:cxnChg>
      </pc:sldChg>
      <pc:sldChg chg="new del">
        <pc:chgData name="Jonathan Whittinghill" userId="6947915c-9213-435a-8c13-4952e34e8c85" providerId="ADAL" clId="{A98334AD-BC66-4BE7-B797-0550E2C6186E}" dt="2025-11-17T23:00:43.137" v="215" actId="680"/>
        <pc:sldMkLst>
          <pc:docMk/>
          <pc:sldMk cId="80066985" sldId="283"/>
        </pc:sldMkLst>
      </pc:sldChg>
      <pc:sldMasterChg chg="setBg modSldLayout">
        <pc:chgData name="Jonathan Whittinghill" userId="6947915c-9213-435a-8c13-4952e34e8c85" providerId="ADAL" clId="{A98334AD-BC66-4BE7-B797-0550E2C6186E}" dt="2025-11-17T22:56:18.309" v="139"/>
        <pc:sldMasterMkLst>
          <pc:docMk/>
          <pc:sldMasterMk cId="3071353429" sldId="2147483786"/>
        </pc:sldMasterMkLst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3634539108" sldId="2147483787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3155821636" sldId="2147483788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3649974672" sldId="2147483789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1160316409" sldId="2147483790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1948029761" sldId="2147483791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3233108849" sldId="2147483792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2626534025" sldId="2147483793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3901367951" sldId="2147483794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2299159191" sldId="2147483795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2307086381" sldId="2147483796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3342091712" sldId="2147483797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315085071" sldId="2147483798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1515792537" sldId="2147483799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1766232867" sldId="2147483800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2052895055" sldId="2147483801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4124969421" sldId="2147483802"/>
          </pc:sldLayoutMkLst>
        </pc:sldLayoutChg>
        <pc:sldLayoutChg chg="setBg">
          <pc:chgData name="Jonathan Whittinghill" userId="6947915c-9213-435a-8c13-4952e34e8c85" providerId="ADAL" clId="{A98334AD-BC66-4BE7-B797-0550E2C6186E}" dt="2025-11-17T22:56:18.309" v="139"/>
          <pc:sldLayoutMkLst>
            <pc:docMk/>
            <pc:sldMasterMk cId="3071353429" sldId="2147483786"/>
            <pc:sldLayoutMk cId="3363911050" sldId="214748380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39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74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16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29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08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34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67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5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8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91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5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792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32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95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69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1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7519BD6-314B-4BCB-97E2-17709AA90D8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EAF7D56-FD6F-40C8-9EF8-2DE7FA16A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53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icagobooth.edu/research/kilts/research-data/nielseniq/policies" TargetMode="External"/><Relationship Id="rId2" Type="http://schemas.openxmlformats.org/officeDocument/2006/relationships/hyperlink" Target="https://marketingdata.chicagobooth.edu/Anonymous/Welcom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NUL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hyperlink" Target="https://ondemand.hyak.uw.edu/" TargetMode="Externa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pilot.microsoft.com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purple.uw.edu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washington.qualtrics.com/" TargetMode="External"/><Relationship Id="rId2" Type="http://schemas.openxmlformats.org/officeDocument/2006/relationships/hyperlink" Target="https://washington.co1.qualtrics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uides.lib.uw.edu/tdmstudio" TargetMode="External"/><Relationship Id="rId3" Type="http://schemas.openxmlformats.org/officeDocument/2006/relationships/hyperlink" Target="https://csde.washington.edu/computing/accounts/" TargetMode="External"/><Relationship Id="rId7" Type="http://schemas.openxmlformats.org/officeDocument/2006/relationships/hyperlink" Target="https://guides.lib.uw.edu/factiva" TargetMode="External"/><Relationship Id="rId2" Type="http://schemas.openxmlformats.org/officeDocument/2006/relationships/hyperlink" Target="https://itconnect.uw.edu/tools-services-support/software-computers/uware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uides.lib.uw.edu/factset" TargetMode="External"/><Relationship Id="rId5" Type="http://schemas.openxmlformats.org/officeDocument/2006/relationships/hyperlink" Target="https://guides.lib.uw.edu/pitchbook" TargetMode="External"/><Relationship Id="rId4" Type="http://schemas.openxmlformats.org/officeDocument/2006/relationships/hyperlink" Target="https://hyak.uw.edu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jwhitt@uw.edu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C882C-F8CC-44B9-A2C8-A181C0DBC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Things I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6A148-BE70-4F99-9134-14AA424E0F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Data access</a:t>
            </a:r>
          </a:p>
          <a:p>
            <a:pPr lvl="1"/>
            <a:r>
              <a:rPr lang="en-US" sz="1200" dirty="0"/>
              <a:t>WRDS</a:t>
            </a:r>
          </a:p>
          <a:p>
            <a:pPr lvl="1"/>
            <a:r>
              <a:rPr lang="en-US" sz="1200" dirty="0"/>
              <a:t>Hyak</a:t>
            </a:r>
          </a:p>
          <a:p>
            <a:pPr lvl="1"/>
            <a:r>
              <a:rPr lang="en-US" sz="1200" dirty="0"/>
              <a:t>Nielsen</a:t>
            </a:r>
          </a:p>
          <a:p>
            <a:pPr lvl="1"/>
            <a:r>
              <a:rPr lang="en-US" sz="1200" dirty="0"/>
              <a:t>Pitchbook</a:t>
            </a:r>
          </a:p>
          <a:p>
            <a:pPr marL="457200" lvl="1" indent="0">
              <a:buNone/>
            </a:pPr>
            <a:endParaRPr lang="en-US" sz="1200" dirty="0"/>
          </a:p>
          <a:p>
            <a:pPr lvl="1"/>
            <a:endParaRPr lang="en-US" sz="1200" dirty="0"/>
          </a:p>
          <a:p>
            <a:r>
              <a:rPr lang="en-US" sz="1200" dirty="0"/>
              <a:t>Statistical programming</a:t>
            </a:r>
          </a:p>
          <a:p>
            <a:pPr lvl="1"/>
            <a:r>
              <a:rPr lang="en-US" sz="1200" dirty="0"/>
              <a:t>Python</a:t>
            </a:r>
          </a:p>
          <a:p>
            <a:pPr lvl="1"/>
            <a:r>
              <a:rPr lang="en-US" sz="1200" dirty="0"/>
              <a:t>R</a:t>
            </a:r>
          </a:p>
          <a:p>
            <a:pPr lvl="1"/>
            <a:r>
              <a:rPr lang="en-US" sz="1200" dirty="0"/>
              <a:t>SAS</a:t>
            </a:r>
          </a:p>
          <a:p>
            <a:pPr lvl="1"/>
            <a:r>
              <a:rPr lang="en-US" sz="1200" dirty="0"/>
              <a:t>Stata</a:t>
            </a:r>
          </a:p>
          <a:p>
            <a:pPr lvl="1"/>
            <a:r>
              <a:rPr lang="en-US" sz="1200" dirty="0"/>
              <a:t>SPSS</a:t>
            </a:r>
          </a:p>
          <a:p>
            <a:pPr marL="457200" lvl="1" indent="0">
              <a:buNone/>
            </a:pPr>
            <a:endParaRPr lang="en-US" sz="1200" dirty="0"/>
          </a:p>
          <a:p>
            <a:pPr lvl="1"/>
            <a:endParaRPr lang="en-US" sz="1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0567D-ACEB-4010-8209-738D92A395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Research consulting</a:t>
            </a:r>
          </a:p>
          <a:p>
            <a:pPr lvl="1"/>
            <a:r>
              <a:rPr lang="en-US" sz="1200" dirty="0"/>
              <a:t>Data acquisition</a:t>
            </a:r>
          </a:p>
          <a:p>
            <a:pPr lvl="1"/>
            <a:r>
              <a:rPr lang="en-US" sz="1200" dirty="0"/>
              <a:t>Data management</a:t>
            </a:r>
          </a:p>
          <a:p>
            <a:pPr lvl="1"/>
            <a:r>
              <a:rPr lang="en-US" sz="1200" dirty="0"/>
              <a:t>Data purchasing</a:t>
            </a:r>
          </a:p>
          <a:p>
            <a:pPr lvl="1"/>
            <a:r>
              <a:rPr lang="en-US" sz="1200" dirty="0"/>
              <a:t>Statistical analyses</a:t>
            </a:r>
          </a:p>
          <a:p>
            <a:pPr lvl="1"/>
            <a:r>
              <a:rPr lang="en-US" sz="1200" dirty="0"/>
              <a:t>Text analytics</a:t>
            </a:r>
          </a:p>
          <a:p>
            <a:pPr lvl="1"/>
            <a:r>
              <a:rPr lang="en-US" sz="1200" dirty="0"/>
              <a:t>Web scraping</a:t>
            </a:r>
          </a:p>
          <a:p>
            <a:pPr lvl="1"/>
            <a:endParaRPr lang="en-US" sz="1200" dirty="0"/>
          </a:p>
          <a:p>
            <a:r>
              <a:rPr lang="en-US" sz="1200" dirty="0"/>
              <a:t>Qualtrics</a:t>
            </a:r>
          </a:p>
          <a:p>
            <a:pPr lvl="1"/>
            <a:r>
              <a:rPr lang="en-US" sz="1200" dirty="0"/>
              <a:t>Account management</a:t>
            </a:r>
          </a:p>
          <a:p>
            <a:pPr lvl="1"/>
            <a:r>
              <a:rPr lang="en-US" sz="1200" dirty="0"/>
              <a:t>Survey design</a:t>
            </a:r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7761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347D49-4F37-838F-F5B0-716F407F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Creating or Transferring WRDS accounts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F18DE2-AC49-0D60-BCF9-C405A0303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Access via web/SSH/FTP/SAS/R/Python/Stata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SAS Studio,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Rstudio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Jupyter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Notebooks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750MB of disk pace on WRDS cloud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116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Must be renewed every 2 years for PhD, 5 years for faculty</a:t>
            </a:r>
          </a:p>
          <a:p>
            <a:endParaRPr lang="en-US" dirty="0"/>
          </a:p>
        </p:txBody>
      </p:sp>
      <p:pic>
        <p:nvPicPr>
          <p:cNvPr id="8" name="Content Placeholder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AF59FAF1-81EC-4448-9C70-F583C1D163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954" y="1447800"/>
            <a:ext cx="4534979" cy="45720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F6CD33-C607-4D0F-B5E8-491B5B579460}"/>
              </a:ext>
            </a:extLst>
          </p:cNvPr>
          <p:cNvCxnSpPr/>
          <p:nvPr/>
        </p:nvCxnSpPr>
        <p:spPr>
          <a:xfrm>
            <a:off x="6425184" y="4524103"/>
            <a:ext cx="10241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197609D-2FEB-48C2-8195-9A754E48F907}"/>
              </a:ext>
            </a:extLst>
          </p:cNvPr>
          <p:cNvCxnSpPr/>
          <p:nvPr/>
        </p:nvCxnSpPr>
        <p:spPr>
          <a:xfrm>
            <a:off x="6425184" y="5144154"/>
            <a:ext cx="10241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2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12098-2F65-4488-B76D-2B122E35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Wharton Research Data Services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2F04E1-279A-1CC0-432A-48D935F49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888" y="329376"/>
            <a:ext cx="4097118" cy="6428430"/>
          </a:xfrm>
        </p:spPr>
      </p:pic>
    </p:spTree>
    <p:extLst>
      <p:ext uri="{BB962C8B-B14F-4D97-AF65-F5344CB8AC3E}">
        <p14:creationId xmlns:p14="http://schemas.microsoft.com/office/powerpoint/2010/main" val="3787602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7D831-DE48-E9AC-7A42-81EBA48C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Company Financials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76B14-9CD5-9420-7F74-87F1A1D6B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 err="1"/>
              <a:t>Compustat</a:t>
            </a:r>
            <a:endParaRPr lang="en-US" sz="2400" dirty="0"/>
          </a:p>
          <a:p>
            <a:pPr lvl="1"/>
            <a:r>
              <a:rPr lang="en-US" dirty="0"/>
              <a:t>Fundamentals Annual/Quarterly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Calibri"/>
                <a:cs typeface="Calibri"/>
              </a:rPr>
              <a:t>Bank Financials</a:t>
            </a:r>
            <a:endParaRPr lang="en-US" dirty="0"/>
          </a:p>
          <a:p>
            <a:pPr lvl="1"/>
            <a:r>
              <a:rPr lang="en-US" dirty="0">
                <a:ea typeface="Calibri" panose="020F0502020204030204"/>
                <a:cs typeface="Calibri" panose="020F0502020204030204"/>
              </a:rPr>
              <a:t>Industry- and Segment-specific data</a:t>
            </a:r>
          </a:p>
          <a:p>
            <a:endParaRPr lang="en-US" sz="2400" dirty="0"/>
          </a:p>
          <a:p>
            <a:r>
              <a:rPr lang="en-US" sz="2400" dirty="0"/>
              <a:t>IBES</a:t>
            </a:r>
          </a:p>
          <a:p>
            <a:pPr lvl="1"/>
            <a:r>
              <a:rPr lang="en-US" dirty="0">
                <a:ea typeface="Calibri" panose="020F0502020204030204"/>
                <a:cs typeface="Calibri" panose="020F0502020204030204"/>
              </a:rPr>
              <a:t>Analyst estimates</a:t>
            </a:r>
          </a:p>
          <a:p>
            <a:pPr lvl="1"/>
            <a:r>
              <a:rPr lang="en-US" dirty="0">
                <a:ea typeface="Calibri" panose="020F0502020204030204"/>
                <a:cs typeface="Calibri" panose="020F0502020204030204"/>
              </a:rPr>
              <a:t>Actuals/Restated actuals</a:t>
            </a:r>
          </a:p>
        </p:txBody>
      </p:sp>
    </p:spTree>
    <p:extLst>
      <p:ext uri="{BB962C8B-B14F-4D97-AF65-F5344CB8AC3E}">
        <p14:creationId xmlns:p14="http://schemas.microsoft.com/office/powerpoint/2010/main" val="265236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75A34-CBC3-FA29-F061-BDC136BEF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Security Pricing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A2BBA-299B-539A-A4A9-D21C920B8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US" sz="1500"/>
              <a:t>CRSP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>
                <a:ea typeface="Calibri"/>
                <a:cs typeface="Calibri"/>
              </a:rPr>
              <a:t>Daily/Monthly Open/Hi/Lo/Close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>
                <a:ea typeface="Calibri"/>
                <a:cs typeface="Calibri"/>
              </a:rPr>
              <a:t>Stock and Index Returns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>
                <a:ea typeface="Calibri"/>
                <a:cs typeface="Calibri"/>
              </a:rPr>
              <a:t>Quarterly and Annual updates</a:t>
            </a:r>
          </a:p>
          <a:p>
            <a:endParaRPr lang="en-US" sz="1500"/>
          </a:p>
          <a:p>
            <a:r>
              <a:rPr lang="en-US" sz="1500"/>
              <a:t>Compustat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>
                <a:ea typeface="Calibri" panose="020F0502020204030204"/>
                <a:cs typeface="Calibri" panose="020F0502020204030204"/>
              </a:rPr>
              <a:t>Some pricing and volume information, not as comprehensive as CRSP and only quarterly/annually</a:t>
            </a:r>
          </a:p>
          <a:p>
            <a:endParaRPr lang="en-US" sz="1500"/>
          </a:p>
          <a:p>
            <a:r>
              <a:rPr lang="en-US" sz="1500"/>
              <a:t>LSEG Refinitiv Datastream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>
                <a:ea typeface="Calibri" panose="020F0502020204030204"/>
                <a:cs typeface="Calibri" panose="020F0502020204030204"/>
              </a:rPr>
              <a:t>Includes international exchanges</a:t>
            </a:r>
          </a:p>
          <a:p>
            <a:endParaRPr lang="en-US" sz="1500">
              <a:ea typeface="Calibri" panose="020F0502020204030204"/>
              <a:cs typeface="Calibri" panose="020F0502020204030204"/>
            </a:endParaRPr>
          </a:p>
          <a:p>
            <a:r>
              <a:rPr lang="en-US" sz="1500">
                <a:ea typeface="Calibri" panose="020F0502020204030204"/>
                <a:cs typeface="Calibri" panose="020F0502020204030204"/>
              </a:rPr>
              <a:t>TAQ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>
                <a:ea typeface="Calibri" panose="020F0502020204030204"/>
                <a:cs typeface="Calibri" panose="020F0502020204030204"/>
              </a:rPr>
              <a:t>Millisecond intraday bid/ask pricing</a:t>
            </a:r>
          </a:p>
        </p:txBody>
      </p:sp>
    </p:spTree>
    <p:extLst>
      <p:ext uri="{BB962C8B-B14F-4D97-AF65-F5344CB8AC3E}">
        <p14:creationId xmlns:p14="http://schemas.microsoft.com/office/powerpoint/2010/main" val="415919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13A59-9429-AC85-8150-815F7CE8D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sz="3700">
                <a:solidFill>
                  <a:schemeClr val="bg1"/>
                </a:solidFill>
              </a:rPr>
              <a:t>Executive Compensation and Board membership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AECB9-3509-F445-9C22-0DD0012EB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US" sz="2200"/>
              <a:t>Compustat- Execucomp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Calibri" panose="020F0502020204030204"/>
                <a:cs typeface="Calibri" panose="020F0502020204030204"/>
              </a:rPr>
              <a:t>C-Suite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Calibri" panose="020F0502020204030204"/>
                <a:cs typeface="Calibri" panose="020F0502020204030204"/>
              </a:rPr>
              <a:t>Board membership</a:t>
            </a:r>
          </a:p>
          <a:p>
            <a:endParaRPr lang="en-US" sz="2200"/>
          </a:p>
          <a:p>
            <a:r>
              <a:rPr lang="en-US" sz="2200"/>
              <a:t>BoardEx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Calibri" panose="020F0502020204030204"/>
                <a:cs typeface="Calibri" panose="020F0502020204030204"/>
              </a:rPr>
              <a:t>Strong person-level data</a:t>
            </a:r>
          </a:p>
          <a:p>
            <a:endParaRPr lang="en-US" sz="2200"/>
          </a:p>
          <a:p>
            <a:r>
              <a:rPr lang="en-US" sz="2200"/>
              <a:t>ISS/Riskmetrics</a:t>
            </a:r>
            <a:endParaRPr lang="en-US" sz="2200">
              <a:ea typeface="Calibri" panose="020F0502020204030204"/>
              <a:cs typeface="Calibri" panose="020F0502020204030204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Calibri" panose="020F0502020204030204"/>
                <a:cs typeface="Calibri" panose="020F0502020204030204"/>
              </a:rPr>
              <a:t>Director compensation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Calibri" panose="020F0502020204030204"/>
                <a:cs typeface="Calibri" panose="020F0502020204030204"/>
              </a:rPr>
              <a:t>Shareholder proposals</a:t>
            </a:r>
          </a:p>
        </p:txBody>
      </p:sp>
    </p:spTree>
    <p:extLst>
      <p:ext uri="{BB962C8B-B14F-4D97-AF65-F5344CB8AC3E}">
        <p14:creationId xmlns:p14="http://schemas.microsoft.com/office/powerpoint/2010/main" val="194610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EAFCC-0E13-1F2C-F106-EF1054802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55" y="132549"/>
            <a:ext cx="10515600" cy="1325563"/>
          </a:xfrm>
        </p:spPr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Getting data off WRDS</a:t>
            </a:r>
            <a:endParaRPr lang="en-US" dirty="0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8407BA77-7D5C-4D77-4EED-75BEF67A9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955" y="1680632"/>
            <a:ext cx="3903356" cy="5207207"/>
          </a:xfrm>
        </p:spPr>
      </p:pic>
      <p:pic>
        <p:nvPicPr>
          <p:cNvPr id="5" name="Picture 4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EA5375C8-5BFD-50B4-2920-067CD1263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135" y="1495579"/>
            <a:ext cx="6775622" cy="2988140"/>
          </a:xfrm>
          <a:prstGeom prst="rect">
            <a:avLst/>
          </a:prstGeom>
        </p:spPr>
      </p:pic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ED4D5AD-2638-317D-AA70-679DB2E54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6989" y="3081130"/>
            <a:ext cx="4790154" cy="3324087"/>
          </a:xfrm>
          <a:prstGeom prst="rect">
            <a:avLst/>
          </a:prstGeom>
        </p:spPr>
      </p:pic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BC3D1C7-CB9F-7151-690F-1D841614E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640" y="762000"/>
            <a:ext cx="5532666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53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1F820-9979-0D78-AD0C-EA733519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Other useful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6FD94-68D8-96AF-98B1-43CDC742C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US" sz="2200"/>
              <a:t>Audit Analytics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Calibri"/>
                <a:cs typeface="Calibri"/>
              </a:rPr>
              <a:t>Auditor filings and reports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Calibri"/>
                <a:cs typeface="Calibri"/>
              </a:rPr>
              <a:t>Corporate and legal data</a:t>
            </a:r>
          </a:p>
          <a:p>
            <a:endParaRPr lang="en-US" sz="2200"/>
          </a:p>
          <a:p>
            <a:r>
              <a:rPr lang="en-US" sz="2200"/>
              <a:t>RavenPack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Calibri" panose="020F0502020204030204"/>
                <a:cs typeface="Calibri" panose="020F0502020204030204"/>
              </a:rPr>
              <a:t>News analytics</a:t>
            </a:r>
          </a:p>
          <a:p>
            <a:endParaRPr lang="en-US" sz="2200"/>
          </a:p>
          <a:p>
            <a:r>
              <a:rPr lang="en-US" sz="2200"/>
              <a:t>WRDS SEC Analytics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Calibri" panose="020F0502020204030204"/>
                <a:cs typeface="Calibri" panose="020F0502020204030204"/>
              </a:rPr>
              <a:t>SEC filings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Calibri" panose="020F0502020204030204"/>
                <a:cs typeface="Calibri" panose="020F0502020204030204"/>
              </a:rPr>
              <a:t>Text analytics</a:t>
            </a:r>
          </a:p>
        </p:txBody>
      </p:sp>
    </p:spTree>
    <p:extLst>
      <p:ext uri="{BB962C8B-B14F-4D97-AF65-F5344CB8AC3E}">
        <p14:creationId xmlns:p14="http://schemas.microsoft.com/office/powerpoint/2010/main" val="2901927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45A9B-CF38-37BA-7437-F7C7DC33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69FAC-01EA-8021-51A6-B20D4E04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Pitchbook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6C85B-62A4-1EE4-DE3E-96DAC5D0A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dirty="0"/>
              <a:t>Flat CSV files are available via a shared folder</a:t>
            </a:r>
          </a:p>
          <a:p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PostgreSQL database also available</a:t>
            </a:r>
          </a:p>
          <a:p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Updated weekly</a:t>
            </a:r>
          </a:p>
        </p:txBody>
      </p:sp>
    </p:spTree>
    <p:extLst>
      <p:ext uri="{BB962C8B-B14F-4D97-AF65-F5344CB8AC3E}">
        <p14:creationId xmlns:p14="http://schemas.microsoft.com/office/powerpoint/2010/main" val="1706512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C0AAB-EA4B-A54E-23F5-D08AB5EBF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Nielsen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4F478-B7BE-83FC-2DD2-B5D697BE5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r>
              <a:rPr lang="en-US" sz="2400" dirty="0">
                <a:ea typeface="Calibri"/>
                <a:cs typeface="Calibri"/>
              </a:rPr>
              <a:t>Faculty can request access, PhD students must have a faculty advisor with an account</a:t>
            </a: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  <a:hlinkClick r:id="rId2"/>
              </a:rPr>
              <a:t>https://marketingdata.chicagobooth.edu/Anonymous/Welcome</a:t>
            </a:r>
            <a:endParaRPr lang="en-US" sz="2400" dirty="0">
              <a:hlinkClick r:id="rId3"/>
            </a:endParaRPr>
          </a:p>
          <a:p>
            <a:pPr marL="0" indent="0">
              <a:buNone/>
            </a:pPr>
            <a:endParaRPr lang="en-US" sz="2400" dirty="0">
              <a:hlinkClick r:id="rId4" invalidUrl="http:///"/>
            </a:endParaRPr>
          </a:p>
          <a:p>
            <a:r>
              <a:rPr lang="en-US" sz="2400" dirty="0">
                <a:hlinkClick r:id="rId3"/>
              </a:rPr>
              <a:t>https://www.chicagobooth.edu/research/kilts/research-data/nielseniq/policies</a:t>
            </a:r>
            <a:endParaRPr lang="en-US" sz="2400" dirty="0"/>
          </a:p>
          <a:p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r>
              <a:rPr lang="en-US" sz="2400" dirty="0">
                <a:ea typeface="Calibri" panose="020F0502020204030204"/>
                <a:cs typeface="Calibri" panose="020F0502020204030204"/>
              </a:rPr>
              <a:t>Very stringent data access use policies</a:t>
            </a:r>
          </a:p>
          <a:p>
            <a:endParaRPr lang="en-US" sz="24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0876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DA34B8A-FA8D-4E16-AD72-7B60B1C25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85D229-60DD-4D71-8181-10E781C14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B0DAA45-BE66-4F0C-93A6-519D94107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F449A3D-A43B-4688-BD89-35734D007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4E9975C-AF3D-48EF-B3F0-112A01A38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F00A076-2FEA-40D1-8F85-842481797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2E68741-6133-4CAA-BF3C-F0E6CF40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76C01C64-4A8B-42FC-93C5-2D6A3EBAB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D969AEA9-C1EE-45E1-9964-D9705492E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4845E67D-4E5B-44B3-AB74-5E95C839E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79CE317-680B-449C-A423-71C1FE06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31E2D7-15A5-4938-B6D1-657AABD62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Hyak</a:t>
            </a:r>
          </a:p>
        </p:txBody>
      </p:sp>
      <p:pic>
        <p:nvPicPr>
          <p:cNvPr id="6" name="Content Placeholder 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FE2EB6E5-D1EB-90C0-16EC-024CC031B7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2" r="17397" b="-2"/>
          <a:stretch>
            <a:fillRect/>
          </a:stretch>
        </p:blipFill>
        <p:spPr>
          <a:xfrm>
            <a:off x="5194607" y="803765"/>
            <a:ext cx="6391533" cy="52504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5C85E-05BE-45C8-8C90-525CB8F65F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5" y="2120900"/>
            <a:ext cx="3133726" cy="38989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UW’s high performance research computing cluster</a:t>
            </a:r>
          </a:p>
          <a:p>
            <a:pPr>
              <a:lnSpc>
                <a:spcPct val="90000"/>
              </a:lnSpc>
            </a:pPr>
            <a:endParaRPr lang="en-US" sz="11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Foster’s compute node has 2 CPUs with 20 cores each, 175GB RAM</a:t>
            </a:r>
          </a:p>
          <a:p>
            <a:pPr>
              <a:lnSpc>
                <a:spcPct val="90000"/>
              </a:lnSpc>
            </a:pPr>
            <a:endParaRPr lang="en-US" sz="11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We also have a high memory node with 768GB of RAM and 2 X 20 core CPUs</a:t>
            </a:r>
          </a:p>
          <a:p>
            <a:pPr>
              <a:lnSpc>
                <a:spcPct val="90000"/>
              </a:lnSpc>
            </a:pPr>
            <a:endParaRPr lang="en-US" sz="11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5TB of NVMe storage</a:t>
            </a:r>
          </a:p>
          <a:p>
            <a:pPr>
              <a:lnSpc>
                <a:spcPct val="90000"/>
              </a:lnSpc>
            </a:pPr>
            <a:endParaRPr lang="en-US" sz="11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Unlimited scratch space</a:t>
            </a:r>
          </a:p>
          <a:p>
            <a:pPr>
              <a:lnSpc>
                <a:spcPct val="90000"/>
              </a:lnSpc>
            </a:pPr>
            <a:endParaRPr lang="en-US" sz="11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100">
                <a:solidFill>
                  <a:srgbClr val="FFFFFF"/>
                </a:solidFill>
              </a:rPr>
              <a:t>ckpt &amp; stf nodes</a:t>
            </a:r>
          </a:p>
          <a:p>
            <a:pPr>
              <a:lnSpc>
                <a:spcPct val="90000"/>
              </a:lnSpc>
            </a:pPr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35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132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BCE7F-0D63-BC13-1798-634BCEEDA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106CECC-1CCE-AEE5-CD96-8304E09E1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0FE6ED6-2723-1EC9-5D25-8231C5D60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CACB376-8F91-122B-0335-8D91A39AD4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30EE108-C1CB-EEA3-28AF-4E29C98BA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F28FFDE-ADF5-553B-59D2-0C76A7EDA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16522A2-7AF7-0340-396F-BE201103C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64F8AE3-7119-249E-1F50-13ACF7580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9A857089-9C6D-A0E9-2DAF-25A346B25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DD7CC206-07F9-AF6E-38C5-03A8BB869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787D0414-F9B6-2859-5FEA-C5D62B452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7E26F96-09FD-119A-8960-C9D174F5D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A1EF79-2B40-DD64-4730-EF4ADFC4A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453A667-D390-10BE-16BB-ABF1854B0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08212437-ED52-7E36-6D8D-D149EEBE2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CCB65-F361-B313-D9B6-3285ABDA5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Running Jobs on Hyak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8B5711-1040-F4AE-A854-2CAB19E91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75AA48B-C667-72D5-D996-DAD863C48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39A2FF9-3DD9-7C62-E1A4-5F7CCCFFA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6DE99-77E1-180F-CBB6-F92B6168C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5" y="2120900"/>
            <a:ext cx="3133726" cy="38989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600" dirty="0"/>
              <a:t>To run code on Hyak: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Login to klone.hyak.uw.edu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Check current usage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Start interactive session (or batch, if you prefer)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Load software modules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Run code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View output</a:t>
            </a:r>
          </a:p>
        </p:txBody>
      </p:sp>
      <p:sp>
        <p:nvSpPr>
          <p:cNvPr id="35" name="Freeform 5">
            <a:extLst>
              <a:ext uri="{FF2B5EF4-FFF2-40B4-BE49-F238E27FC236}">
                <a16:creationId xmlns:a16="http://schemas.microsoft.com/office/drawing/2014/main" id="{7EDAA5DC-9134-94A2-16D9-07B6F1D45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320F201-D560-D66E-FB66-3994EE0CA7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460599" y="1400741"/>
            <a:ext cx="5555748" cy="483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5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DE591-A4AA-D0D7-C2D4-56BB29D26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EAA979B0-4062-4F2D-8410-EB5084A6F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CE8ADEF-DA03-407C-81EB-B5ECE8448E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183118F-EAB8-4813-A448-5EC60FF75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B0D8352-8EE2-4390-95C6-5462EFE8C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9D0A7D9-D2D7-4057-AFE3-133333548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86C6EE3-301D-4744-870D-5AC3DAB8C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AB51E2E-AFE1-46C7-BFC5-69E0F5A29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F88CA023-D37B-44A7-B3A6-C6A36AAB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D650DE4B-DDC6-4A96-A1D1-753C0728F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E9B79AA0-183D-4601-A7F2-A50A28A8E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4F03ED98-831F-4563-BEB3-C67C31E3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4DE62C-1444-4E9B-BC48-CA6880EFE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532B7868-881B-4B4F-96E9-6E714768B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756AC0C9-AEF1-443B-A64F-B05A01B68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628932" y="402165"/>
            <a:ext cx="7139732" cy="6053670"/>
          </a:xfrm>
          <a:custGeom>
            <a:avLst/>
            <a:gdLst>
              <a:gd name="connsiteX0" fmla="*/ 1097 w 7139732"/>
              <a:gd name="connsiteY0" fmla="*/ 0 h 6053670"/>
              <a:gd name="connsiteX1" fmla="*/ 1084479 w 7139732"/>
              <a:gd name="connsiteY1" fmla="*/ 0 h 6053670"/>
              <a:gd name="connsiteX2" fmla="*/ 1254558 w 7139732"/>
              <a:gd name="connsiteY2" fmla="*/ 0 h 6053670"/>
              <a:gd name="connsiteX3" fmla="*/ 7139732 w 7139732"/>
              <a:gd name="connsiteY3" fmla="*/ 0 h 6053670"/>
              <a:gd name="connsiteX4" fmla="*/ 7139732 w 7139732"/>
              <a:gd name="connsiteY4" fmla="*/ 6053670 h 6053670"/>
              <a:gd name="connsiteX5" fmla="*/ 1249854 w 7139732"/>
              <a:gd name="connsiteY5" fmla="*/ 6053670 h 6053670"/>
              <a:gd name="connsiteX6" fmla="*/ 1084479 w 7139732"/>
              <a:gd name="connsiteY6" fmla="*/ 6053670 h 6053670"/>
              <a:gd name="connsiteX7" fmla="*/ 0 w 7139732"/>
              <a:gd name="connsiteY7" fmla="*/ 6053670 h 6053670"/>
              <a:gd name="connsiteX8" fmla="*/ 5488 w 7139732"/>
              <a:gd name="connsiteY8" fmla="*/ 6017954 h 6053670"/>
              <a:gd name="connsiteX9" fmla="*/ 21641 w 7139732"/>
              <a:gd name="connsiteY9" fmla="*/ 5913225 h 6053670"/>
              <a:gd name="connsiteX10" fmla="*/ 32932 w 7139732"/>
              <a:gd name="connsiteY10" fmla="*/ 5836949 h 6053670"/>
              <a:gd name="connsiteX11" fmla="*/ 44850 w 7139732"/>
              <a:gd name="connsiteY11" fmla="*/ 5746144 h 6053670"/>
              <a:gd name="connsiteX12" fmla="*/ 59121 w 7139732"/>
              <a:gd name="connsiteY12" fmla="*/ 5638388 h 6053670"/>
              <a:gd name="connsiteX13" fmla="*/ 74175 w 7139732"/>
              <a:gd name="connsiteY13" fmla="*/ 5519131 h 6053670"/>
              <a:gd name="connsiteX14" fmla="*/ 90014 w 7139732"/>
              <a:gd name="connsiteY14" fmla="*/ 5384740 h 6053670"/>
              <a:gd name="connsiteX15" fmla="*/ 106794 w 7139732"/>
              <a:gd name="connsiteY15" fmla="*/ 5238241 h 6053670"/>
              <a:gd name="connsiteX16" fmla="*/ 123574 w 7139732"/>
              <a:gd name="connsiteY16" fmla="*/ 5079029 h 6053670"/>
              <a:gd name="connsiteX17" fmla="*/ 140667 w 7139732"/>
              <a:gd name="connsiteY17" fmla="*/ 4909527 h 6053670"/>
              <a:gd name="connsiteX18" fmla="*/ 156506 w 7139732"/>
              <a:gd name="connsiteY18" fmla="*/ 4726706 h 6053670"/>
              <a:gd name="connsiteX19" fmla="*/ 171717 w 7139732"/>
              <a:gd name="connsiteY19" fmla="*/ 4535410 h 6053670"/>
              <a:gd name="connsiteX20" fmla="*/ 185518 w 7139732"/>
              <a:gd name="connsiteY20" fmla="*/ 4333217 h 6053670"/>
              <a:gd name="connsiteX21" fmla="*/ 198690 w 7139732"/>
              <a:gd name="connsiteY21" fmla="*/ 4122549 h 6053670"/>
              <a:gd name="connsiteX22" fmla="*/ 211079 w 7139732"/>
              <a:gd name="connsiteY22" fmla="*/ 3902801 h 6053670"/>
              <a:gd name="connsiteX23" fmla="*/ 215470 w 7139732"/>
              <a:gd name="connsiteY23" fmla="*/ 3790203 h 6053670"/>
              <a:gd name="connsiteX24" fmla="*/ 220332 w 7139732"/>
              <a:gd name="connsiteY24" fmla="*/ 3675183 h 6053670"/>
              <a:gd name="connsiteX25" fmla="*/ 224879 w 7139732"/>
              <a:gd name="connsiteY25" fmla="*/ 3558347 h 6053670"/>
              <a:gd name="connsiteX26" fmla="*/ 227859 w 7139732"/>
              <a:gd name="connsiteY26" fmla="*/ 3440906 h 6053670"/>
              <a:gd name="connsiteX27" fmla="*/ 230525 w 7139732"/>
              <a:gd name="connsiteY27" fmla="*/ 3321043 h 6053670"/>
              <a:gd name="connsiteX28" fmla="*/ 233348 w 7139732"/>
              <a:gd name="connsiteY28" fmla="*/ 3199970 h 6053670"/>
              <a:gd name="connsiteX29" fmla="*/ 235229 w 7139732"/>
              <a:gd name="connsiteY29" fmla="*/ 3076475 h 6053670"/>
              <a:gd name="connsiteX30" fmla="*/ 235229 w 7139732"/>
              <a:gd name="connsiteY30" fmla="*/ 2951770 h 6053670"/>
              <a:gd name="connsiteX31" fmla="*/ 236170 w 7139732"/>
              <a:gd name="connsiteY31" fmla="*/ 2825853 h 6053670"/>
              <a:gd name="connsiteX32" fmla="*/ 235229 w 7139732"/>
              <a:gd name="connsiteY32" fmla="*/ 2698726 h 6053670"/>
              <a:gd name="connsiteX33" fmla="*/ 233348 w 7139732"/>
              <a:gd name="connsiteY33" fmla="*/ 2569783 h 6053670"/>
              <a:gd name="connsiteX34" fmla="*/ 231623 w 7139732"/>
              <a:gd name="connsiteY34" fmla="*/ 2440840 h 6053670"/>
              <a:gd name="connsiteX35" fmla="*/ 227859 w 7139732"/>
              <a:gd name="connsiteY35" fmla="*/ 2310081 h 6053670"/>
              <a:gd name="connsiteX36" fmla="*/ 223938 w 7139732"/>
              <a:gd name="connsiteY36" fmla="*/ 2178111 h 6053670"/>
              <a:gd name="connsiteX37" fmla="*/ 219391 w 7139732"/>
              <a:gd name="connsiteY37" fmla="*/ 2046141 h 6053670"/>
              <a:gd name="connsiteX38" fmla="*/ 212961 w 7139732"/>
              <a:gd name="connsiteY38" fmla="*/ 1912960 h 6053670"/>
              <a:gd name="connsiteX39" fmla="*/ 205277 w 7139732"/>
              <a:gd name="connsiteY39" fmla="*/ 1778568 h 6053670"/>
              <a:gd name="connsiteX40" fmla="*/ 197906 w 7139732"/>
              <a:gd name="connsiteY40" fmla="*/ 1643572 h 6053670"/>
              <a:gd name="connsiteX41" fmla="*/ 188497 w 7139732"/>
              <a:gd name="connsiteY41" fmla="*/ 1508575 h 6053670"/>
              <a:gd name="connsiteX42" fmla="*/ 177206 w 7139732"/>
              <a:gd name="connsiteY42" fmla="*/ 1371762 h 6053670"/>
              <a:gd name="connsiteX43" fmla="*/ 165915 w 7139732"/>
              <a:gd name="connsiteY43" fmla="*/ 1236765 h 6053670"/>
              <a:gd name="connsiteX44" fmla="*/ 152899 w 7139732"/>
              <a:gd name="connsiteY44" fmla="*/ 1099347 h 6053670"/>
              <a:gd name="connsiteX45" fmla="*/ 138628 w 7139732"/>
              <a:gd name="connsiteY45" fmla="*/ 961323 h 6053670"/>
              <a:gd name="connsiteX46" fmla="*/ 123574 w 7139732"/>
              <a:gd name="connsiteY46" fmla="*/ 825115 h 6053670"/>
              <a:gd name="connsiteX47" fmla="*/ 106010 w 7139732"/>
              <a:gd name="connsiteY47" fmla="*/ 687092 h 6053670"/>
              <a:gd name="connsiteX48" fmla="*/ 87192 w 7139732"/>
              <a:gd name="connsiteY48" fmla="*/ 549673 h 6053670"/>
              <a:gd name="connsiteX49" fmla="*/ 68530 w 7139732"/>
              <a:gd name="connsiteY49" fmla="*/ 411650 h 6053670"/>
              <a:gd name="connsiteX50" fmla="*/ 46732 w 7139732"/>
              <a:gd name="connsiteY50" fmla="*/ 274232 h 6053670"/>
              <a:gd name="connsiteX51" fmla="*/ 24464 w 7139732"/>
              <a:gd name="connsiteY51" fmla="*/ 137419 h 6053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139732" h="6053670">
                <a:moveTo>
                  <a:pt x="1097" y="0"/>
                </a:moveTo>
                <a:lnTo>
                  <a:pt x="1084479" y="0"/>
                </a:lnTo>
                <a:lnTo>
                  <a:pt x="1254558" y="0"/>
                </a:lnTo>
                <a:lnTo>
                  <a:pt x="7139732" y="0"/>
                </a:lnTo>
                <a:lnTo>
                  <a:pt x="7139732" y="6053670"/>
                </a:lnTo>
                <a:lnTo>
                  <a:pt x="1249854" y="6053670"/>
                </a:lnTo>
                <a:lnTo>
                  <a:pt x="1084479" y="6053670"/>
                </a:lnTo>
                <a:lnTo>
                  <a:pt x="0" y="6053670"/>
                </a:lnTo>
                <a:lnTo>
                  <a:pt x="5488" y="6017954"/>
                </a:lnTo>
                <a:lnTo>
                  <a:pt x="21641" y="5913225"/>
                </a:lnTo>
                <a:lnTo>
                  <a:pt x="32932" y="5836949"/>
                </a:lnTo>
                <a:lnTo>
                  <a:pt x="44850" y="5746144"/>
                </a:lnTo>
                <a:lnTo>
                  <a:pt x="59121" y="5638388"/>
                </a:lnTo>
                <a:lnTo>
                  <a:pt x="74175" y="5519131"/>
                </a:lnTo>
                <a:lnTo>
                  <a:pt x="90014" y="5384740"/>
                </a:lnTo>
                <a:lnTo>
                  <a:pt x="106794" y="5238241"/>
                </a:lnTo>
                <a:lnTo>
                  <a:pt x="123574" y="5079029"/>
                </a:lnTo>
                <a:lnTo>
                  <a:pt x="140667" y="4909527"/>
                </a:lnTo>
                <a:lnTo>
                  <a:pt x="156506" y="4726706"/>
                </a:lnTo>
                <a:lnTo>
                  <a:pt x="171717" y="4535410"/>
                </a:lnTo>
                <a:lnTo>
                  <a:pt x="185518" y="4333217"/>
                </a:lnTo>
                <a:lnTo>
                  <a:pt x="198690" y="4122549"/>
                </a:lnTo>
                <a:lnTo>
                  <a:pt x="211079" y="3902801"/>
                </a:lnTo>
                <a:lnTo>
                  <a:pt x="215470" y="3790203"/>
                </a:lnTo>
                <a:lnTo>
                  <a:pt x="220332" y="3675183"/>
                </a:lnTo>
                <a:lnTo>
                  <a:pt x="224879" y="3558347"/>
                </a:lnTo>
                <a:lnTo>
                  <a:pt x="227859" y="3440906"/>
                </a:lnTo>
                <a:lnTo>
                  <a:pt x="230525" y="3321043"/>
                </a:lnTo>
                <a:lnTo>
                  <a:pt x="233348" y="3199970"/>
                </a:lnTo>
                <a:lnTo>
                  <a:pt x="235229" y="3076475"/>
                </a:lnTo>
                <a:lnTo>
                  <a:pt x="235229" y="2951770"/>
                </a:lnTo>
                <a:lnTo>
                  <a:pt x="236170" y="2825853"/>
                </a:lnTo>
                <a:lnTo>
                  <a:pt x="235229" y="2698726"/>
                </a:lnTo>
                <a:lnTo>
                  <a:pt x="233348" y="2569783"/>
                </a:lnTo>
                <a:lnTo>
                  <a:pt x="231623" y="2440840"/>
                </a:lnTo>
                <a:lnTo>
                  <a:pt x="227859" y="2310081"/>
                </a:lnTo>
                <a:lnTo>
                  <a:pt x="223938" y="2178111"/>
                </a:lnTo>
                <a:lnTo>
                  <a:pt x="219391" y="2046141"/>
                </a:lnTo>
                <a:lnTo>
                  <a:pt x="212961" y="1912960"/>
                </a:lnTo>
                <a:lnTo>
                  <a:pt x="205277" y="1778568"/>
                </a:lnTo>
                <a:lnTo>
                  <a:pt x="197906" y="1643572"/>
                </a:lnTo>
                <a:lnTo>
                  <a:pt x="188497" y="1508575"/>
                </a:lnTo>
                <a:lnTo>
                  <a:pt x="177206" y="1371762"/>
                </a:lnTo>
                <a:lnTo>
                  <a:pt x="165915" y="1236765"/>
                </a:lnTo>
                <a:lnTo>
                  <a:pt x="152899" y="1099347"/>
                </a:lnTo>
                <a:lnTo>
                  <a:pt x="138628" y="961323"/>
                </a:lnTo>
                <a:lnTo>
                  <a:pt x="123574" y="825115"/>
                </a:lnTo>
                <a:lnTo>
                  <a:pt x="106010" y="687092"/>
                </a:lnTo>
                <a:lnTo>
                  <a:pt x="87192" y="549673"/>
                </a:lnTo>
                <a:lnTo>
                  <a:pt x="68530" y="411650"/>
                </a:lnTo>
                <a:lnTo>
                  <a:pt x="46732" y="274232"/>
                </a:lnTo>
                <a:lnTo>
                  <a:pt x="24464" y="1374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C625AAF6-BC58-4225-A7B9-294C3062D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CD55A-669B-17C0-5303-230E9FE10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OnDemand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FB4BF62-EC6F-8CA8-456F-092C698E89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36168" r="27654" b="-2"/>
          <a:stretch>
            <a:fillRect/>
          </a:stretch>
        </p:blipFill>
        <p:spPr>
          <a:xfrm>
            <a:off x="5194608" y="803750"/>
            <a:ext cx="3113903" cy="5250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84AF2B-F843-D768-AD28-F09E7498C1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551" r="507" b="-2"/>
          <a:stretch>
            <a:fillRect/>
          </a:stretch>
        </p:blipFill>
        <p:spPr>
          <a:xfrm>
            <a:off x="8472236" y="803752"/>
            <a:ext cx="3113904" cy="2542289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6704688B-CB80-4241-9F1D-D462116CB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F45549-2251-5466-0567-3783FE8B1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5" y="2120900"/>
            <a:ext cx="3133726" cy="38989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>
                <a:solidFill>
                  <a:srgbClr val="FFFFFF"/>
                </a:solidFill>
              </a:rPr>
              <a:t>Allows access to Hyak from your web browser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rgbClr val="FFFFFF"/>
                </a:solidFill>
                <a:hlinkClick r:id="rId5"/>
              </a:rPr>
              <a:t>https://ondemand.hyak.uw.edu</a:t>
            </a:r>
            <a:endParaRPr lang="en-US" sz="1500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</a:pPr>
            <a:endParaRPr lang="en-US" sz="15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rgbClr val="FFFFFF"/>
                </a:solidFill>
              </a:rPr>
              <a:t>Web GUI for allocating resources</a:t>
            </a:r>
          </a:p>
          <a:p>
            <a:pPr>
              <a:lnSpc>
                <a:spcPct val="90000"/>
              </a:lnSpc>
            </a:pPr>
            <a:endParaRPr lang="en-US" sz="15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rgbClr val="FFFFFF"/>
                </a:solidFill>
              </a:rPr>
              <a:t>Klone Desktop is a GUI for the Linux OS</a:t>
            </a:r>
          </a:p>
          <a:p>
            <a:pPr>
              <a:lnSpc>
                <a:spcPct val="90000"/>
              </a:lnSpc>
            </a:pPr>
            <a:endParaRPr lang="en-US" sz="15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rgbClr val="FFFFFF"/>
                </a:solidFill>
              </a:rPr>
              <a:t>Easy to run Rstudio and Jupyter Notebooks</a:t>
            </a:r>
          </a:p>
          <a:p>
            <a:pPr lvl="1">
              <a:lnSpc>
                <a:spcPct val="90000"/>
              </a:lnSpc>
            </a:pPr>
            <a:endParaRPr lang="en-US" sz="15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US" sz="150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E000CC-2DF4-F960-3873-69B0AE4288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156" r="703" b="1"/>
          <a:stretch>
            <a:fillRect/>
          </a:stretch>
        </p:blipFill>
        <p:spPr>
          <a:xfrm>
            <a:off x="8472235" y="3511960"/>
            <a:ext cx="3113904" cy="254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09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7986461-45C1-EADF-8AC1-E4339C65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Using resources on Hyak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C6A96F-C6A3-F121-6B67-AF44E6F52C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/>
              <a:t>CPU/RAM shared across all Foster users</a:t>
            </a:r>
          </a:p>
          <a:p>
            <a:endParaRPr lang="en-US" sz="2000" dirty="0"/>
          </a:p>
          <a:p>
            <a:r>
              <a:rPr lang="en-US" sz="2000" dirty="0"/>
              <a:t>Reserve only what is necessary for your job</a:t>
            </a:r>
          </a:p>
          <a:p>
            <a:endParaRPr lang="en-US" sz="2000" dirty="0"/>
          </a:p>
          <a:p>
            <a:r>
              <a:rPr lang="en-US" sz="2000" dirty="0"/>
              <a:t>You can reserve up to 40 cores on a single node</a:t>
            </a:r>
          </a:p>
          <a:p>
            <a:endParaRPr lang="en-US" sz="2000" dirty="0"/>
          </a:p>
          <a:p>
            <a:r>
              <a:rPr lang="en-US" sz="2000" dirty="0"/>
              <a:t>But you shouldn’t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0134022-7A64-8061-1833-B48B4A33FC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/>
              <a:t>How much should you reserve?</a:t>
            </a:r>
          </a:p>
          <a:p>
            <a:endParaRPr lang="en-US" sz="2000" dirty="0"/>
          </a:p>
          <a:p>
            <a:r>
              <a:rPr lang="en-US" sz="2000" dirty="0"/>
              <a:t>Sample Python job:</a:t>
            </a:r>
          </a:p>
          <a:p>
            <a:pPr lvl="1"/>
            <a:r>
              <a:rPr lang="en-US" sz="1600" dirty="0"/>
              <a:t>Load in dataset (~2.5GB) containing text of SEC filings</a:t>
            </a:r>
          </a:p>
          <a:p>
            <a:pPr lvl="1"/>
            <a:r>
              <a:rPr lang="en-US" sz="1600" dirty="0"/>
              <a:t>Load list of words</a:t>
            </a:r>
          </a:p>
          <a:p>
            <a:pPr lvl="1"/>
            <a:r>
              <a:rPr lang="en-US" sz="1600" dirty="0"/>
              <a:t>Count occurrences of each word from list in each filing</a:t>
            </a:r>
          </a:p>
          <a:p>
            <a:pPr lvl="1"/>
            <a:r>
              <a:rPr lang="en-US" sz="1600" dirty="0"/>
              <a:t>Assemble </a:t>
            </a:r>
            <a:r>
              <a:rPr lang="en-US" sz="1600" dirty="0" err="1"/>
              <a:t>dataframe</a:t>
            </a:r>
            <a:r>
              <a:rPr lang="en-US" sz="1600" dirty="0"/>
              <a:t> with results </a:t>
            </a:r>
          </a:p>
        </p:txBody>
      </p:sp>
    </p:spTree>
    <p:extLst>
      <p:ext uri="{BB962C8B-B14F-4D97-AF65-F5344CB8AC3E}">
        <p14:creationId xmlns:p14="http://schemas.microsoft.com/office/powerpoint/2010/main" val="65873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F8F67-06E0-E2D3-E706-B07B3C91E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Hyak Job Timings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6FDAAC-2809-07A1-2161-FF34EF553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89" y="2452667"/>
            <a:ext cx="9880893" cy="3959619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/>
              <a:t>Request 1, 2, 4 or 8 CPUs, the code completes in 6-8 minutes</a:t>
            </a:r>
          </a:p>
          <a:p>
            <a:pPr lvl="1"/>
            <a:r>
              <a:rPr lang="en-US" sz="1600" dirty="0"/>
              <a:t>Python by default is 1 core, 1 thread</a:t>
            </a:r>
          </a:p>
          <a:p>
            <a:endParaRPr lang="en-US" sz="2000" dirty="0"/>
          </a:p>
          <a:p>
            <a:r>
              <a:rPr lang="en-US" sz="2000" dirty="0"/>
              <a:t>Reworking to divide the dataset into chunks, then mapping the count function onto each chunk in parallel via </a:t>
            </a:r>
            <a:r>
              <a:rPr lang="en-US" sz="2000" dirty="0" err="1"/>
              <a:t>concurrent.futures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2 CPU : ~ 4 min</a:t>
            </a:r>
          </a:p>
          <a:p>
            <a:pPr lvl="1"/>
            <a:r>
              <a:rPr lang="en-US" sz="2000" dirty="0"/>
              <a:t>4 CPU : ~ 3 min</a:t>
            </a:r>
          </a:p>
          <a:p>
            <a:pPr lvl="1"/>
            <a:r>
              <a:rPr lang="en-US" sz="2000" dirty="0"/>
              <a:t>8 CPU : ~ 2 min</a:t>
            </a:r>
          </a:p>
          <a:p>
            <a:pPr lvl="1"/>
            <a:endParaRPr lang="en-US" sz="2000" dirty="0"/>
          </a:p>
          <a:p>
            <a:r>
              <a:rPr lang="en-US" sz="2400" dirty="0"/>
              <a:t>Some considerations:</a:t>
            </a:r>
          </a:p>
          <a:p>
            <a:pPr lvl="1"/>
            <a:r>
              <a:rPr lang="en-US" sz="2000" dirty="0"/>
              <a:t>Is my task easily parallelizable?</a:t>
            </a:r>
          </a:p>
          <a:p>
            <a:pPr lvl="1"/>
            <a:r>
              <a:rPr lang="en-US" sz="2000" dirty="0"/>
              <a:t>Does it involve reading in large datasets or fitting large models?</a:t>
            </a:r>
          </a:p>
          <a:p>
            <a:pPr lvl="1"/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177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00664-BC8D-74A1-CCF5-950DD544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8E38671C-554D-17C8-8A7B-0B0E908DB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A9785C-5CDA-EE72-5100-F216DE8FE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EC376A1-336E-31EA-E3E4-18BE8C760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D99CFF2-F2E1-BA8A-F3AD-DBADCC74D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60BB0CE-8304-00F6-21DC-6387D1F50E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56817A7-E44C-A20E-A616-9CD49AD58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6692F3A-4E92-0E0F-FF03-4E58852AE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DA8265C0-5852-B31C-D6F6-A05D226D6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AF373C59-FAFC-5A43-90C3-0EFF07717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9C2FBF36-A477-C86E-AC53-81BB7E772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3AE94A1C-B6ED-8AE5-23F7-29A1471C7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C16304-562E-DC09-5DD5-5A7CADB2F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925B6AF6-0C8E-424D-C8EC-6A654DC94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369B798D-2B8D-DEB0-0B6C-BA7043B86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628932" y="402165"/>
            <a:ext cx="7139732" cy="6053670"/>
          </a:xfrm>
          <a:custGeom>
            <a:avLst/>
            <a:gdLst>
              <a:gd name="connsiteX0" fmla="*/ 1097 w 7139732"/>
              <a:gd name="connsiteY0" fmla="*/ 0 h 6053670"/>
              <a:gd name="connsiteX1" fmla="*/ 1084479 w 7139732"/>
              <a:gd name="connsiteY1" fmla="*/ 0 h 6053670"/>
              <a:gd name="connsiteX2" fmla="*/ 1254558 w 7139732"/>
              <a:gd name="connsiteY2" fmla="*/ 0 h 6053670"/>
              <a:gd name="connsiteX3" fmla="*/ 7139732 w 7139732"/>
              <a:gd name="connsiteY3" fmla="*/ 0 h 6053670"/>
              <a:gd name="connsiteX4" fmla="*/ 7139732 w 7139732"/>
              <a:gd name="connsiteY4" fmla="*/ 6053670 h 6053670"/>
              <a:gd name="connsiteX5" fmla="*/ 1249854 w 7139732"/>
              <a:gd name="connsiteY5" fmla="*/ 6053670 h 6053670"/>
              <a:gd name="connsiteX6" fmla="*/ 1084479 w 7139732"/>
              <a:gd name="connsiteY6" fmla="*/ 6053670 h 6053670"/>
              <a:gd name="connsiteX7" fmla="*/ 0 w 7139732"/>
              <a:gd name="connsiteY7" fmla="*/ 6053670 h 6053670"/>
              <a:gd name="connsiteX8" fmla="*/ 5488 w 7139732"/>
              <a:gd name="connsiteY8" fmla="*/ 6017954 h 6053670"/>
              <a:gd name="connsiteX9" fmla="*/ 21641 w 7139732"/>
              <a:gd name="connsiteY9" fmla="*/ 5913225 h 6053670"/>
              <a:gd name="connsiteX10" fmla="*/ 32932 w 7139732"/>
              <a:gd name="connsiteY10" fmla="*/ 5836949 h 6053670"/>
              <a:gd name="connsiteX11" fmla="*/ 44850 w 7139732"/>
              <a:gd name="connsiteY11" fmla="*/ 5746144 h 6053670"/>
              <a:gd name="connsiteX12" fmla="*/ 59121 w 7139732"/>
              <a:gd name="connsiteY12" fmla="*/ 5638388 h 6053670"/>
              <a:gd name="connsiteX13" fmla="*/ 74175 w 7139732"/>
              <a:gd name="connsiteY13" fmla="*/ 5519131 h 6053670"/>
              <a:gd name="connsiteX14" fmla="*/ 90014 w 7139732"/>
              <a:gd name="connsiteY14" fmla="*/ 5384740 h 6053670"/>
              <a:gd name="connsiteX15" fmla="*/ 106794 w 7139732"/>
              <a:gd name="connsiteY15" fmla="*/ 5238241 h 6053670"/>
              <a:gd name="connsiteX16" fmla="*/ 123574 w 7139732"/>
              <a:gd name="connsiteY16" fmla="*/ 5079029 h 6053670"/>
              <a:gd name="connsiteX17" fmla="*/ 140667 w 7139732"/>
              <a:gd name="connsiteY17" fmla="*/ 4909527 h 6053670"/>
              <a:gd name="connsiteX18" fmla="*/ 156506 w 7139732"/>
              <a:gd name="connsiteY18" fmla="*/ 4726706 h 6053670"/>
              <a:gd name="connsiteX19" fmla="*/ 171717 w 7139732"/>
              <a:gd name="connsiteY19" fmla="*/ 4535410 h 6053670"/>
              <a:gd name="connsiteX20" fmla="*/ 185518 w 7139732"/>
              <a:gd name="connsiteY20" fmla="*/ 4333217 h 6053670"/>
              <a:gd name="connsiteX21" fmla="*/ 198690 w 7139732"/>
              <a:gd name="connsiteY21" fmla="*/ 4122549 h 6053670"/>
              <a:gd name="connsiteX22" fmla="*/ 211079 w 7139732"/>
              <a:gd name="connsiteY22" fmla="*/ 3902801 h 6053670"/>
              <a:gd name="connsiteX23" fmla="*/ 215470 w 7139732"/>
              <a:gd name="connsiteY23" fmla="*/ 3790203 h 6053670"/>
              <a:gd name="connsiteX24" fmla="*/ 220332 w 7139732"/>
              <a:gd name="connsiteY24" fmla="*/ 3675183 h 6053670"/>
              <a:gd name="connsiteX25" fmla="*/ 224879 w 7139732"/>
              <a:gd name="connsiteY25" fmla="*/ 3558347 h 6053670"/>
              <a:gd name="connsiteX26" fmla="*/ 227859 w 7139732"/>
              <a:gd name="connsiteY26" fmla="*/ 3440906 h 6053670"/>
              <a:gd name="connsiteX27" fmla="*/ 230525 w 7139732"/>
              <a:gd name="connsiteY27" fmla="*/ 3321043 h 6053670"/>
              <a:gd name="connsiteX28" fmla="*/ 233348 w 7139732"/>
              <a:gd name="connsiteY28" fmla="*/ 3199970 h 6053670"/>
              <a:gd name="connsiteX29" fmla="*/ 235229 w 7139732"/>
              <a:gd name="connsiteY29" fmla="*/ 3076475 h 6053670"/>
              <a:gd name="connsiteX30" fmla="*/ 235229 w 7139732"/>
              <a:gd name="connsiteY30" fmla="*/ 2951770 h 6053670"/>
              <a:gd name="connsiteX31" fmla="*/ 236170 w 7139732"/>
              <a:gd name="connsiteY31" fmla="*/ 2825853 h 6053670"/>
              <a:gd name="connsiteX32" fmla="*/ 235229 w 7139732"/>
              <a:gd name="connsiteY32" fmla="*/ 2698726 h 6053670"/>
              <a:gd name="connsiteX33" fmla="*/ 233348 w 7139732"/>
              <a:gd name="connsiteY33" fmla="*/ 2569783 h 6053670"/>
              <a:gd name="connsiteX34" fmla="*/ 231623 w 7139732"/>
              <a:gd name="connsiteY34" fmla="*/ 2440840 h 6053670"/>
              <a:gd name="connsiteX35" fmla="*/ 227859 w 7139732"/>
              <a:gd name="connsiteY35" fmla="*/ 2310081 h 6053670"/>
              <a:gd name="connsiteX36" fmla="*/ 223938 w 7139732"/>
              <a:gd name="connsiteY36" fmla="*/ 2178111 h 6053670"/>
              <a:gd name="connsiteX37" fmla="*/ 219391 w 7139732"/>
              <a:gd name="connsiteY37" fmla="*/ 2046141 h 6053670"/>
              <a:gd name="connsiteX38" fmla="*/ 212961 w 7139732"/>
              <a:gd name="connsiteY38" fmla="*/ 1912960 h 6053670"/>
              <a:gd name="connsiteX39" fmla="*/ 205277 w 7139732"/>
              <a:gd name="connsiteY39" fmla="*/ 1778568 h 6053670"/>
              <a:gd name="connsiteX40" fmla="*/ 197906 w 7139732"/>
              <a:gd name="connsiteY40" fmla="*/ 1643572 h 6053670"/>
              <a:gd name="connsiteX41" fmla="*/ 188497 w 7139732"/>
              <a:gd name="connsiteY41" fmla="*/ 1508575 h 6053670"/>
              <a:gd name="connsiteX42" fmla="*/ 177206 w 7139732"/>
              <a:gd name="connsiteY42" fmla="*/ 1371762 h 6053670"/>
              <a:gd name="connsiteX43" fmla="*/ 165915 w 7139732"/>
              <a:gd name="connsiteY43" fmla="*/ 1236765 h 6053670"/>
              <a:gd name="connsiteX44" fmla="*/ 152899 w 7139732"/>
              <a:gd name="connsiteY44" fmla="*/ 1099347 h 6053670"/>
              <a:gd name="connsiteX45" fmla="*/ 138628 w 7139732"/>
              <a:gd name="connsiteY45" fmla="*/ 961323 h 6053670"/>
              <a:gd name="connsiteX46" fmla="*/ 123574 w 7139732"/>
              <a:gd name="connsiteY46" fmla="*/ 825115 h 6053670"/>
              <a:gd name="connsiteX47" fmla="*/ 106010 w 7139732"/>
              <a:gd name="connsiteY47" fmla="*/ 687092 h 6053670"/>
              <a:gd name="connsiteX48" fmla="*/ 87192 w 7139732"/>
              <a:gd name="connsiteY48" fmla="*/ 549673 h 6053670"/>
              <a:gd name="connsiteX49" fmla="*/ 68530 w 7139732"/>
              <a:gd name="connsiteY49" fmla="*/ 411650 h 6053670"/>
              <a:gd name="connsiteX50" fmla="*/ 46732 w 7139732"/>
              <a:gd name="connsiteY50" fmla="*/ 274232 h 6053670"/>
              <a:gd name="connsiteX51" fmla="*/ 24464 w 7139732"/>
              <a:gd name="connsiteY51" fmla="*/ 137419 h 6053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139732" h="6053670">
                <a:moveTo>
                  <a:pt x="1097" y="0"/>
                </a:moveTo>
                <a:lnTo>
                  <a:pt x="1084479" y="0"/>
                </a:lnTo>
                <a:lnTo>
                  <a:pt x="1254558" y="0"/>
                </a:lnTo>
                <a:lnTo>
                  <a:pt x="7139732" y="0"/>
                </a:lnTo>
                <a:lnTo>
                  <a:pt x="7139732" y="6053670"/>
                </a:lnTo>
                <a:lnTo>
                  <a:pt x="1249854" y="6053670"/>
                </a:lnTo>
                <a:lnTo>
                  <a:pt x="1084479" y="6053670"/>
                </a:lnTo>
                <a:lnTo>
                  <a:pt x="0" y="6053670"/>
                </a:lnTo>
                <a:lnTo>
                  <a:pt x="5488" y="6017954"/>
                </a:lnTo>
                <a:lnTo>
                  <a:pt x="21641" y="5913225"/>
                </a:lnTo>
                <a:lnTo>
                  <a:pt x="32932" y="5836949"/>
                </a:lnTo>
                <a:lnTo>
                  <a:pt x="44850" y="5746144"/>
                </a:lnTo>
                <a:lnTo>
                  <a:pt x="59121" y="5638388"/>
                </a:lnTo>
                <a:lnTo>
                  <a:pt x="74175" y="5519131"/>
                </a:lnTo>
                <a:lnTo>
                  <a:pt x="90014" y="5384740"/>
                </a:lnTo>
                <a:lnTo>
                  <a:pt x="106794" y="5238241"/>
                </a:lnTo>
                <a:lnTo>
                  <a:pt x="123574" y="5079029"/>
                </a:lnTo>
                <a:lnTo>
                  <a:pt x="140667" y="4909527"/>
                </a:lnTo>
                <a:lnTo>
                  <a:pt x="156506" y="4726706"/>
                </a:lnTo>
                <a:lnTo>
                  <a:pt x="171717" y="4535410"/>
                </a:lnTo>
                <a:lnTo>
                  <a:pt x="185518" y="4333217"/>
                </a:lnTo>
                <a:lnTo>
                  <a:pt x="198690" y="4122549"/>
                </a:lnTo>
                <a:lnTo>
                  <a:pt x="211079" y="3902801"/>
                </a:lnTo>
                <a:lnTo>
                  <a:pt x="215470" y="3790203"/>
                </a:lnTo>
                <a:lnTo>
                  <a:pt x="220332" y="3675183"/>
                </a:lnTo>
                <a:lnTo>
                  <a:pt x="224879" y="3558347"/>
                </a:lnTo>
                <a:lnTo>
                  <a:pt x="227859" y="3440906"/>
                </a:lnTo>
                <a:lnTo>
                  <a:pt x="230525" y="3321043"/>
                </a:lnTo>
                <a:lnTo>
                  <a:pt x="233348" y="3199970"/>
                </a:lnTo>
                <a:lnTo>
                  <a:pt x="235229" y="3076475"/>
                </a:lnTo>
                <a:lnTo>
                  <a:pt x="235229" y="2951770"/>
                </a:lnTo>
                <a:lnTo>
                  <a:pt x="236170" y="2825853"/>
                </a:lnTo>
                <a:lnTo>
                  <a:pt x="235229" y="2698726"/>
                </a:lnTo>
                <a:lnTo>
                  <a:pt x="233348" y="2569783"/>
                </a:lnTo>
                <a:lnTo>
                  <a:pt x="231623" y="2440840"/>
                </a:lnTo>
                <a:lnTo>
                  <a:pt x="227859" y="2310081"/>
                </a:lnTo>
                <a:lnTo>
                  <a:pt x="223938" y="2178111"/>
                </a:lnTo>
                <a:lnTo>
                  <a:pt x="219391" y="2046141"/>
                </a:lnTo>
                <a:lnTo>
                  <a:pt x="212961" y="1912960"/>
                </a:lnTo>
                <a:lnTo>
                  <a:pt x="205277" y="1778568"/>
                </a:lnTo>
                <a:lnTo>
                  <a:pt x="197906" y="1643572"/>
                </a:lnTo>
                <a:lnTo>
                  <a:pt x="188497" y="1508575"/>
                </a:lnTo>
                <a:lnTo>
                  <a:pt x="177206" y="1371762"/>
                </a:lnTo>
                <a:lnTo>
                  <a:pt x="165915" y="1236765"/>
                </a:lnTo>
                <a:lnTo>
                  <a:pt x="152899" y="1099347"/>
                </a:lnTo>
                <a:lnTo>
                  <a:pt x="138628" y="961323"/>
                </a:lnTo>
                <a:lnTo>
                  <a:pt x="123574" y="825115"/>
                </a:lnTo>
                <a:lnTo>
                  <a:pt x="106010" y="687092"/>
                </a:lnTo>
                <a:lnTo>
                  <a:pt x="87192" y="549673"/>
                </a:lnTo>
                <a:lnTo>
                  <a:pt x="68530" y="411650"/>
                </a:lnTo>
                <a:lnTo>
                  <a:pt x="46732" y="274232"/>
                </a:lnTo>
                <a:lnTo>
                  <a:pt x="24464" y="1374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73D3E03F-5584-5BED-D8A4-483DEDCF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1605FD-D66E-7BF9-A203-F9CAA369E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Generative AI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2F6E44D-C601-EE2B-C652-8518AA2FE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37D49-03AB-9AB5-563E-049D8684B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5" y="2120900"/>
            <a:ext cx="3133726" cy="38989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Microsoft CoPilot</a:t>
            </a:r>
          </a:p>
          <a:p>
            <a:pPr lvl="1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  <a:hlinkClick r:id="rId3"/>
              </a:rPr>
              <a:t>https://copilot.microsoft.com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UW Purple</a:t>
            </a:r>
          </a:p>
          <a:p>
            <a:pPr lvl="1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  <a:hlinkClick r:id="rId4"/>
              </a:rPr>
              <a:t>https://purple.uw.edu</a:t>
            </a:r>
            <a:endParaRPr lang="en-US" sz="14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No current in-house API options</a:t>
            </a:r>
          </a:p>
          <a:p>
            <a:pPr lvl="1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OpenAI</a:t>
            </a:r>
          </a:p>
          <a:p>
            <a:pPr lvl="1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Azure</a:t>
            </a:r>
          </a:p>
          <a:p>
            <a:pPr lvl="1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Anthropic</a:t>
            </a:r>
          </a:p>
          <a:p>
            <a:pPr lvl="1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Google Cloud</a:t>
            </a:r>
          </a:p>
          <a:p>
            <a:pPr lvl="1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Amazon Bedrock</a:t>
            </a:r>
          </a:p>
          <a:p>
            <a:pPr lvl="1">
              <a:lnSpc>
                <a:spcPct val="90000"/>
              </a:lnSpc>
            </a:pPr>
            <a:endParaRPr lang="en-US" sz="15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US" sz="1500" dirty="0">
              <a:solidFill>
                <a:srgbClr val="FFFFFF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7C72858-FBE6-0280-0818-9A42F7A9B3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5252120" y="958850"/>
            <a:ext cx="4248128" cy="3416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24E00A-32B9-00EA-4034-4BF581FCAF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054" y="2253341"/>
            <a:ext cx="5200087" cy="406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079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F6F91-C98F-C3E8-356B-F36E56701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DA34B8A-FA8D-4E16-AD72-7B60B1C25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85D229-60DD-4D71-8181-10E781C14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B0DAA45-BE66-4F0C-93A6-519D94107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F449A3D-A43B-4688-BD89-35734D007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4E9975C-AF3D-48EF-B3F0-112A01A38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F00A076-2FEA-40D1-8F85-842481797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E68741-6133-4CAA-BF3C-F0E6CF40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76C01C64-4A8B-42FC-93C5-2D6A3EBAB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D969AEA9-C1EE-45E1-9964-D9705492E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4845E67D-4E5B-44B3-AB74-5E95C839E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79CE317-680B-449C-A423-71C1FE06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F8DF4-4E66-BFC6-6737-26F581EB5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Tillicum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79F66C-42D7-DB5D-AAFB-1689C9BB75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65475" y="803751"/>
            <a:ext cx="4449797" cy="5250498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604A7-C598-1FD2-6B60-E1F896945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5" y="2120900"/>
            <a:ext cx="3133726" cy="38989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solidFill>
                  <a:srgbClr val="FFFFFF"/>
                </a:solidFill>
              </a:rPr>
              <a:t>UW’s GPU computing cluster</a:t>
            </a:r>
          </a:p>
          <a:p>
            <a:pPr>
              <a:lnSpc>
                <a:spcPct val="90000"/>
              </a:lnSpc>
            </a:pPr>
            <a:endParaRPr lang="en-US" sz="14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rgbClr val="FFFFFF"/>
                </a:solidFill>
              </a:rPr>
              <a:t>192 NVIDIA H200 GPUs with 141GB of RAM</a:t>
            </a:r>
          </a:p>
          <a:p>
            <a:pPr>
              <a:lnSpc>
                <a:spcPct val="90000"/>
              </a:lnSpc>
            </a:pPr>
            <a:endParaRPr lang="en-US" sz="14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rgbClr val="FFFFFF"/>
                </a:solidFill>
              </a:rPr>
              <a:t>1536 Intel CPUs</a:t>
            </a:r>
          </a:p>
          <a:p>
            <a:pPr>
              <a:lnSpc>
                <a:spcPct val="90000"/>
              </a:lnSpc>
            </a:pPr>
            <a:endParaRPr lang="en-US" sz="14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rgbClr val="FFFFFF"/>
                </a:solidFill>
              </a:rPr>
              <a:t>Rocky 9 Linux (same as Hyak)</a:t>
            </a:r>
          </a:p>
          <a:p>
            <a:pPr>
              <a:lnSpc>
                <a:spcPct val="90000"/>
              </a:lnSpc>
            </a:pPr>
            <a:endParaRPr lang="en-US" sz="14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rgbClr val="FFFFFF"/>
                </a:solidFill>
              </a:rPr>
              <a:t>Pay-you-go, worktag required</a:t>
            </a:r>
          </a:p>
          <a:p>
            <a:pPr>
              <a:lnSpc>
                <a:spcPct val="90000"/>
              </a:lnSpc>
            </a:pPr>
            <a:endParaRPr lang="en-US" sz="14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rgbClr val="FFFFFF"/>
                </a:solidFill>
              </a:rPr>
              <a:t>Demo accounts available w/ 100 GPU hours</a:t>
            </a:r>
          </a:p>
          <a:p>
            <a:pPr>
              <a:lnSpc>
                <a:spcPct val="90000"/>
              </a:lnSpc>
            </a:pPr>
            <a:endParaRPr lang="en-US" sz="14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44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16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361BB5-9AB9-47CE-9FB9-8C872FE2E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</a:rPr>
              <a:t>Qualtrics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61926-04D6-4654-8A3B-3545B7429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r>
              <a:rPr lang="en-US" sz="2000">
                <a:hlinkClick r:id="rId2"/>
              </a:rPr>
              <a:t>https://washington.co1.qualtrics.com</a:t>
            </a:r>
            <a:endParaRPr lang="en-US" sz="2000"/>
          </a:p>
          <a:p>
            <a:endParaRPr lang="en-US" sz="2000"/>
          </a:p>
          <a:p>
            <a:r>
              <a:rPr lang="en-US" sz="2000"/>
              <a:t>Not to be confused with </a:t>
            </a:r>
            <a:r>
              <a:rPr lang="en-US" sz="2000">
                <a:hlinkClick r:id="rId3"/>
              </a:rPr>
              <a:t>https://uwashington.qualtrics.com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r>
              <a:rPr lang="en-US" sz="2000"/>
              <a:t>Authenticates via netID</a:t>
            </a:r>
          </a:p>
          <a:p>
            <a:endParaRPr lang="en-US" sz="2000"/>
          </a:p>
          <a:p>
            <a:r>
              <a:rPr lang="en-US" sz="2000"/>
              <a:t>Unlimited responses</a:t>
            </a:r>
          </a:p>
          <a:p>
            <a:endParaRPr lang="en-US" sz="2000"/>
          </a:p>
          <a:p>
            <a:r>
              <a:rPr lang="en-US" sz="2000"/>
              <a:t>50 active surveys by default, more if you need it</a:t>
            </a:r>
          </a:p>
        </p:txBody>
      </p:sp>
    </p:spTree>
    <p:extLst>
      <p:ext uri="{BB962C8B-B14F-4D97-AF65-F5344CB8AC3E}">
        <p14:creationId xmlns:p14="http://schemas.microsoft.com/office/powerpoint/2010/main" val="65329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1DBB-D837-40B3-8649-EF227D4BA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Other resources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C36FFCC-841C-4ECE-B806-6A35C90241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r>
              <a:rPr lang="en-US" sz="1200" dirty="0"/>
              <a:t>UW Software</a:t>
            </a:r>
          </a:p>
          <a:p>
            <a:pPr marL="457200" lvl="1" indent="0">
              <a:buNone/>
            </a:pPr>
            <a:r>
              <a:rPr lang="en-US" sz="1200" dirty="0">
                <a:hlinkClick r:id="rId2"/>
              </a:rPr>
              <a:t>https://itconnect.uw.edu/tools-services-support/software-computers/uware/</a:t>
            </a: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  <a:p>
            <a:r>
              <a:rPr lang="en-US" sz="1200" dirty="0"/>
              <a:t>Center for Studies in Demography and Ecology</a:t>
            </a:r>
          </a:p>
          <a:p>
            <a:pPr marL="457200" lvl="1" indent="0">
              <a:buNone/>
            </a:pPr>
            <a:r>
              <a:rPr lang="en-US" sz="1200" dirty="0">
                <a:hlinkClick r:id="rId3"/>
              </a:rPr>
              <a:t>https://csde.washington.edu/computing/accounts/</a:t>
            </a: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  <a:p>
            <a:r>
              <a:rPr lang="en-US" sz="1200" dirty="0"/>
              <a:t>Hyak</a:t>
            </a:r>
          </a:p>
          <a:p>
            <a:pPr marL="457200" lvl="1" indent="0">
              <a:buNone/>
            </a:pPr>
            <a:r>
              <a:rPr lang="en-US" sz="1200" dirty="0">
                <a:hlinkClick r:id="rId4"/>
              </a:rPr>
              <a:t>https://hyak.uw.edu</a:t>
            </a: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  <a:p>
            <a:r>
              <a:rPr lang="en-US" sz="1200" dirty="0"/>
              <a:t>Bloomberg  Terminals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BDF5D-EBBF-9748-5584-1247240AAB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200" dirty="0">
                <a:ea typeface="Calibri" panose="020F0502020204030204"/>
                <a:cs typeface="Calibri" panose="020F0502020204030204"/>
              </a:rPr>
              <a:t>Pitchbook (Library)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 dirty="0">
                <a:ea typeface="+mn-lt"/>
                <a:cs typeface="+mn-lt"/>
                <a:hlinkClick r:id="rId5"/>
              </a:rPr>
              <a:t>https://guides.lib.uw.edu/pitchbook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r>
              <a:rPr lang="en-US" sz="1200" dirty="0" err="1"/>
              <a:t>Factset</a:t>
            </a:r>
            <a:endParaRPr lang="en-US" sz="12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 dirty="0">
                <a:ea typeface="+mn-lt"/>
                <a:cs typeface="+mn-lt"/>
                <a:hlinkClick r:id="rId6"/>
              </a:rPr>
              <a:t>https://guides.lib.uw.edu/factset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r>
              <a:rPr lang="en-US" sz="1200" dirty="0">
                <a:ea typeface="Calibri" panose="020F0502020204030204"/>
                <a:cs typeface="Calibri" panose="020F0502020204030204"/>
              </a:rPr>
              <a:t>Factiva and TDM Studio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 dirty="0">
                <a:ea typeface="+mn-lt"/>
                <a:cs typeface="+mn-lt"/>
                <a:hlinkClick r:id="rId7"/>
              </a:rPr>
              <a:t>https://guides.lib.uw.edu/factiva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 dirty="0">
                <a:ea typeface="+mn-lt"/>
                <a:cs typeface="+mn-lt"/>
                <a:hlinkClick r:id="rId8"/>
              </a:rPr>
              <a:t>https://guides.lib.uw.edu/tdmstudio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8729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242EC5-4D9C-45E4-BC5C-30285EFB0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320" y="365125"/>
            <a:ext cx="9013052" cy="1623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Jonathan Whittinghill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CF2F46B-9CD1-4A5B-92B5-0806220B0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" y="2644518"/>
            <a:ext cx="9013052" cy="332725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3600" dirty="0"/>
              <a:t>206-543-7125</a:t>
            </a:r>
          </a:p>
          <a:p>
            <a:pPr algn="l"/>
            <a:r>
              <a:rPr lang="en-US" sz="3600" dirty="0">
                <a:hlinkClick r:id="rId2"/>
              </a:rPr>
              <a:t>jwhitt@uw.edu</a:t>
            </a:r>
            <a:endParaRPr lang="en-US" sz="36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47960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7003</TotalTime>
  <Words>775</Words>
  <Application>Microsoft Office PowerPoint</Application>
  <PresentationFormat>Widescreen</PresentationFormat>
  <Paragraphs>210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Century Gothic</vt:lpstr>
      <vt:lpstr>Courier New</vt:lpstr>
      <vt:lpstr>Wingdings 3</vt:lpstr>
      <vt:lpstr>Ion Boardroom</vt:lpstr>
      <vt:lpstr>Things I do</vt:lpstr>
      <vt:lpstr>Creating or Transferring WRDS accounts</vt:lpstr>
      <vt:lpstr>Wharton Research Data Services</vt:lpstr>
      <vt:lpstr>Company Financials</vt:lpstr>
      <vt:lpstr>Security Pricing</vt:lpstr>
      <vt:lpstr>Executive Compensation and Board membership</vt:lpstr>
      <vt:lpstr>Getting data off WRDS</vt:lpstr>
      <vt:lpstr>Other useful datasets</vt:lpstr>
      <vt:lpstr>Pitchbook</vt:lpstr>
      <vt:lpstr>Nielsen</vt:lpstr>
      <vt:lpstr>Hyak</vt:lpstr>
      <vt:lpstr>Running Jobs on Hyak</vt:lpstr>
      <vt:lpstr>OnDemand</vt:lpstr>
      <vt:lpstr>Using resources on Hyak</vt:lpstr>
      <vt:lpstr>Hyak Job Timings</vt:lpstr>
      <vt:lpstr>Generative AI</vt:lpstr>
      <vt:lpstr>Tillicum</vt:lpstr>
      <vt:lpstr>Qualtrics</vt:lpstr>
      <vt:lpstr>Other resources</vt:lpstr>
      <vt:lpstr>Jonathan Whittinghill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Things I do</dc:title>
  <dc:creator>Jonathan Whittinghill</dc:creator>
  <cp:lastModifiedBy>Jonathan Whittinghill</cp:lastModifiedBy>
  <cp:revision>3</cp:revision>
  <dcterms:created xsi:type="dcterms:W3CDTF">2020-09-21T19:51:08Z</dcterms:created>
  <dcterms:modified xsi:type="dcterms:W3CDTF">2025-11-17T23:18:32Z</dcterms:modified>
</cp:coreProperties>
</file>