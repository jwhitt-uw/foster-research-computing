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4"/>
  </p:sldMasterIdLst>
  <p:notesMasterIdLst>
    <p:notesMasterId r:id="rId16"/>
  </p:notesMasterIdLst>
  <p:handoutMasterIdLst>
    <p:handoutMasterId r:id="rId17"/>
  </p:handoutMasterIdLst>
  <p:sldIdLst>
    <p:sldId id="337" r:id="rId5"/>
    <p:sldId id="351" r:id="rId6"/>
    <p:sldId id="342" r:id="rId7"/>
    <p:sldId id="359" r:id="rId8"/>
    <p:sldId id="354" r:id="rId9"/>
    <p:sldId id="350" r:id="rId10"/>
    <p:sldId id="360" r:id="rId11"/>
    <p:sldId id="352" r:id="rId12"/>
    <p:sldId id="353" r:id="rId13"/>
    <p:sldId id="357" r:id="rId14"/>
    <p:sldId id="34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049F6-D824-45EE-86F5-4432C901E810}" v="23" dt="2025-03-05T17:44:18.555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84967" autoAdjust="0"/>
  </p:normalViewPr>
  <p:slideViewPr>
    <p:cSldViewPr snapToGrid="0">
      <p:cViewPr varScale="1">
        <p:scale>
          <a:sx n="84" d="100"/>
          <a:sy n="84" d="100"/>
        </p:scale>
        <p:origin x="36" y="315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Whittinghill" userId="6947915c-9213-435a-8c13-4952e34e8c85" providerId="ADAL" clId="{59F049F6-D824-45EE-86F5-4432C901E810}"/>
    <pc:docChg chg="undo custSel delSld modSld">
      <pc:chgData name="Jonathan Whittinghill" userId="6947915c-9213-435a-8c13-4952e34e8c85" providerId="ADAL" clId="{59F049F6-D824-45EE-86F5-4432C901E810}" dt="2025-03-05T17:44:27.609" v="491" actId="14100"/>
      <pc:docMkLst>
        <pc:docMk/>
      </pc:docMkLst>
      <pc:sldChg chg="del">
        <pc:chgData name="Jonathan Whittinghill" userId="6947915c-9213-435a-8c13-4952e34e8c85" providerId="ADAL" clId="{59F049F6-D824-45EE-86F5-4432C901E810}" dt="2025-03-05T17:32:12.884" v="305" actId="47"/>
        <pc:sldMkLst>
          <pc:docMk/>
          <pc:sldMk cId="3638111570" sldId="328"/>
        </pc:sldMkLst>
      </pc:sldChg>
      <pc:sldChg chg="del">
        <pc:chgData name="Jonathan Whittinghill" userId="6947915c-9213-435a-8c13-4952e34e8c85" providerId="ADAL" clId="{59F049F6-D824-45EE-86F5-4432C901E810}" dt="2025-03-05T17:33:07.987" v="413" actId="47"/>
        <pc:sldMkLst>
          <pc:docMk/>
          <pc:sldMk cId="3811950613" sldId="331"/>
        </pc:sldMkLst>
      </pc:sldChg>
      <pc:sldChg chg="del">
        <pc:chgData name="Jonathan Whittinghill" userId="6947915c-9213-435a-8c13-4952e34e8c85" providerId="ADAL" clId="{59F049F6-D824-45EE-86F5-4432C901E810}" dt="2025-03-05T17:32:14.046" v="306" actId="47"/>
        <pc:sldMkLst>
          <pc:docMk/>
          <pc:sldMk cId="2520582305" sldId="345"/>
        </pc:sldMkLst>
      </pc:sldChg>
      <pc:sldChg chg="del">
        <pc:chgData name="Jonathan Whittinghill" userId="6947915c-9213-435a-8c13-4952e34e8c85" providerId="ADAL" clId="{59F049F6-D824-45EE-86F5-4432C901E810}" dt="2025-03-05T17:32:10.843" v="304" actId="47"/>
        <pc:sldMkLst>
          <pc:docMk/>
          <pc:sldMk cId="719664809" sldId="346"/>
        </pc:sldMkLst>
      </pc:sldChg>
      <pc:sldChg chg="del">
        <pc:chgData name="Jonathan Whittinghill" userId="6947915c-9213-435a-8c13-4952e34e8c85" providerId="ADAL" clId="{59F049F6-D824-45EE-86F5-4432C901E810}" dt="2025-03-05T17:32:14.920" v="307" actId="47"/>
        <pc:sldMkLst>
          <pc:docMk/>
          <pc:sldMk cId="1689351536" sldId="347"/>
        </pc:sldMkLst>
      </pc:sldChg>
      <pc:sldChg chg="modSp mod">
        <pc:chgData name="Jonathan Whittinghill" userId="6947915c-9213-435a-8c13-4952e34e8c85" providerId="ADAL" clId="{59F049F6-D824-45EE-86F5-4432C901E810}" dt="2025-03-05T17:33:04.460" v="412" actId="20577"/>
        <pc:sldMkLst>
          <pc:docMk/>
          <pc:sldMk cId="4273949180" sldId="349"/>
        </pc:sldMkLst>
        <pc:spChg chg="mod">
          <ac:chgData name="Jonathan Whittinghill" userId="6947915c-9213-435a-8c13-4952e34e8c85" providerId="ADAL" clId="{59F049F6-D824-45EE-86F5-4432C901E810}" dt="2025-03-05T17:33:04.460" v="412" actId="20577"/>
          <ac:spMkLst>
            <pc:docMk/>
            <pc:sldMk cId="4273949180" sldId="349"/>
            <ac:spMk id="2" creationId="{5475D893-E98A-260A-9EC4-B9365E533FD5}"/>
          </ac:spMkLst>
        </pc:spChg>
        <pc:spChg chg="mod">
          <ac:chgData name="Jonathan Whittinghill" userId="6947915c-9213-435a-8c13-4952e34e8c85" providerId="ADAL" clId="{59F049F6-D824-45EE-86F5-4432C901E810}" dt="2025-03-05T17:32:40.217" v="363" actId="20577"/>
          <ac:spMkLst>
            <pc:docMk/>
            <pc:sldMk cId="4273949180" sldId="349"/>
            <ac:spMk id="3" creationId="{FD70D88C-5989-4007-4953-F54A4A34B778}"/>
          </ac:spMkLst>
        </pc:spChg>
      </pc:sldChg>
      <pc:sldChg chg="modSp mod modAnim">
        <pc:chgData name="Jonathan Whittinghill" userId="6947915c-9213-435a-8c13-4952e34e8c85" providerId="ADAL" clId="{59F049F6-D824-45EE-86F5-4432C901E810}" dt="2025-03-05T17:42:43.932" v="484"/>
        <pc:sldMkLst>
          <pc:docMk/>
          <pc:sldMk cId="3750650818" sldId="351"/>
        </pc:sldMkLst>
        <pc:graphicFrameChg chg="modGraphic">
          <ac:chgData name="Jonathan Whittinghill" userId="6947915c-9213-435a-8c13-4952e34e8c85" providerId="ADAL" clId="{59F049F6-D824-45EE-86F5-4432C901E810}" dt="2025-03-05T17:34:47.092" v="466" actId="20577"/>
          <ac:graphicFrameMkLst>
            <pc:docMk/>
            <pc:sldMk cId="3750650818" sldId="351"/>
            <ac:graphicFrameMk id="10" creationId="{C474F075-CDEF-9238-263D-0A0310129DCF}"/>
          </ac:graphicFrameMkLst>
        </pc:graphicFrameChg>
      </pc:sldChg>
      <pc:sldChg chg="addSp modSp mod">
        <pc:chgData name="Jonathan Whittinghill" userId="6947915c-9213-435a-8c13-4952e34e8c85" providerId="ADAL" clId="{59F049F6-D824-45EE-86F5-4432C901E810}" dt="2025-03-05T16:12:02.154" v="192" actId="1076"/>
        <pc:sldMkLst>
          <pc:docMk/>
          <pc:sldMk cId="244726083" sldId="353"/>
        </pc:sldMkLst>
        <pc:spChg chg="mod">
          <ac:chgData name="Jonathan Whittinghill" userId="6947915c-9213-435a-8c13-4952e34e8c85" providerId="ADAL" clId="{59F049F6-D824-45EE-86F5-4432C901E810}" dt="2025-03-05T16:11:33.443" v="190" actId="20577"/>
          <ac:spMkLst>
            <pc:docMk/>
            <pc:sldMk cId="244726083" sldId="353"/>
            <ac:spMk id="3" creationId="{1306B59F-3361-7C0D-740F-E2328C3F7616}"/>
          </ac:spMkLst>
        </pc:spChg>
        <pc:picChg chg="add mod">
          <ac:chgData name="Jonathan Whittinghill" userId="6947915c-9213-435a-8c13-4952e34e8c85" providerId="ADAL" clId="{59F049F6-D824-45EE-86F5-4432C901E810}" dt="2025-03-05T16:12:02.154" v="192" actId="1076"/>
          <ac:picMkLst>
            <pc:docMk/>
            <pc:sldMk cId="244726083" sldId="353"/>
            <ac:picMk id="4" creationId="{8F21BF65-09A0-A9F9-0BEF-F3A51491D26E}"/>
          </ac:picMkLst>
        </pc:picChg>
      </pc:sldChg>
      <pc:sldChg chg="modSp mod">
        <pc:chgData name="Jonathan Whittinghill" userId="6947915c-9213-435a-8c13-4952e34e8c85" providerId="ADAL" clId="{59F049F6-D824-45EE-86F5-4432C901E810}" dt="2025-03-05T04:37:02.894" v="62" actId="20577"/>
        <pc:sldMkLst>
          <pc:docMk/>
          <pc:sldMk cId="1210758523" sldId="354"/>
        </pc:sldMkLst>
        <pc:spChg chg="mod">
          <ac:chgData name="Jonathan Whittinghill" userId="6947915c-9213-435a-8c13-4952e34e8c85" providerId="ADAL" clId="{59F049F6-D824-45EE-86F5-4432C901E810}" dt="2025-03-05T04:37:02.894" v="62" actId="20577"/>
          <ac:spMkLst>
            <pc:docMk/>
            <pc:sldMk cId="1210758523" sldId="354"/>
            <ac:spMk id="12" creationId="{E578BA20-631F-3C20-20FA-E1550BEFE8C9}"/>
          </ac:spMkLst>
        </pc:spChg>
      </pc:sldChg>
      <pc:sldChg chg="modSp mod">
        <pc:chgData name="Jonathan Whittinghill" userId="6947915c-9213-435a-8c13-4952e34e8c85" providerId="ADAL" clId="{59F049F6-D824-45EE-86F5-4432C901E810}" dt="2025-03-05T17:33:48.818" v="460" actId="12"/>
        <pc:sldMkLst>
          <pc:docMk/>
          <pc:sldMk cId="751392522" sldId="357"/>
        </pc:sldMkLst>
        <pc:spChg chg="mod">
          <ac:chgData name="Jonathan Whittinghill" userId="6947915c-9213-435a-8c13-4952e34e8c85" providerId="ADAL" clId="{59F049F6-D824-45EE-86F5-4432C901E810}" dt="2025-03-05T17:33:48.818" v="460" actId="12"/>
          <ac:spMkLst>
            <pc:docMk/>
            <pc:sldMk cId="751392522" sldId="357"/>
            <ac:spMk id="3" creationId="{EA923E5E-E0D8-FF38-6E08-F43B4BF7C8DE}"/>
          </ac:spMkLst>
        </pc:spChg>
        <pc:spChg chg="mod">
          <ac:chgData name="Jonathan Whittinghill" userId="6947915c-9213-435a-8c13-4952e34e8c85" providerId="ADAL" clId="{59F049F6-D824-45EE-86F5-4432C901E810}" dt="2025-03-05T16:43:29.752" v="225" actId="20577"/>
          <ac:spMkLst>
            <pc:docMk/>
            <pc:sldMk cId="751392522" sldId="357"/>
            <ac:spMk id="12" creationId="{C1A6DECD-0685-E780-9860-6C3ED2CBF0E9}"/>
          </ac:spMkLst>
        </pc:spChg>
      </pc:sldChg>
      <pc:sldChg chg="del">
        <pc:chgData name="Jonathan Whittinghill" userId="6947915c-9213-435a-8c13-4952e34e8c85" providerId="ADAL" clId="{59F049F6-D824-45EE-86F5-4432C901E810}" dt="2025-03-05T17:43:48.211" v="485" actId="47"/>
        <pc:sldMkLst>
          <pc:docMk/>
          <pc:sldMk cId="2218167521" sldId="358"/>
        </pc:sldMkLst>
      </pc:sldChg>
      <pc:sldChg chg="addSp modSp mod">
        <pc:chgData name="Jonathan Whittinghill" userId="6947915c-9213-435a-8c13-4952e34e8c85" providerId="ADAL" clId="{59F049F6-D824-45EE-86F5-4432C901E810}" dt="2025-03-05T17:44:27.609" v="491" actId="14100"/>
        <pc:sldMkLst>
          <pc:docMk/>
          <pc:sldMk cId="3918243355" sldId="359"/>
        </pc:sldMkLst>
        <pc:cxnChg chg="add mod">
          <ac:chgData name="Jonathan Whittinghill" userId="6947915c-9213-435a-8c13-4952e34e8c85" providerId="ADAL" clId="{59F049F6-D824-45EE-86F5-4432C901E810}" dt="2025-03-05T17:44:06.617" v="487" actId="13822"/>
          <ac:cxnSpMkLst>
            <pc:docMk/>
            <pc:sldMk cId="3918243355" sldId="359"/>
            <ac:cxnSpMk id="7" creationId="{DA6A5692-8E72-C012-CEE4-1EBEAA75773E}"/>
          </ac:cxnSpMkLst>
        </pc:cxnChg>
        <pc:cxnChg chg="add mod">
          <ac:chgData name="Jonathan Whittinghill" userId="6947915c-9213-435a-8c13-4952e34e8c85" providerId="ADAL" clId="{59F049F6-D824-45EE-86F5-4432C901E810}" dt="2025-03-05T17:44:27.609" v="491" actId="14100"/>
          <ac:cxnSpMkLst>
            <pc:docMk/>
            <pc:sldMk cId="3918243355" sldId="359"/>
            <ac:cxnSpMk id="8" creationId="{D4D7BB55-C67F-3812-BE0D-0F80186C9E49}"/>
          </ac:cxnSpMkLst>
        </pc:cxnChg>
      </pc:sldChg>
      <pc:sldChg chg="modSp mod">
        <pc:chgData name="Jonathan Whittinghill" userId="6947915c-9213-435a-8c13-4952e34e8c85" providerId="ADAL" clId="{59F049F6-D824-45EE-86F5-4432C901E810}" dt="2025-03-05T17:33:56.331" v="465" actId="20577"/>
        <pc:sldMkLst>
          <pc:docMk/>
          <pc:sldMk cId="214555603" sldId="360"/>
        </pc:sldMkLst>
        <pc:spChg chg="mod">
          <ac:chgData name="Jonathan Whittinghill" userId="6947915c-9213-435a-8c13-4952e34e8c85" providerId="ADAL" clId="{59F049F6-D824-45EE-86F5-4432C901E810}" dt="2025-03-05T17:33:56.331" v="465" actId="20577"/>
          <ac:spMkLst>
            <pc:docMk/>
            <pc:sldMk cId="214555603" sldId="360"/>
            <ac:spMk id="3" creationId="{1A6E32B1-9B04-D9DC-801C-37356E657230}"/>
          </ac:spMkLst>
        </pc:spChg>
      </pc:sldChg>
      <pc:sldMasterChg chg="delSldLayout">
        <pc:chgData name="Jonathan Whittinghill" userId="6947915c-9213-435a-8c13-4952e34e8c85" providerId="ADAL" clId="{59F049F6-D824-45EE-86F5-4432C901E810}" dt="2025-03-05T17:33:07.987" v="413" actId="47"/>
        <pc:sldMasterMkLst>
          <pc:docMk/>
          <pc:sldMasterMk cId="2866390110" sldId="2147483733"/>
        </pc:sldMasterMkLst>
        <pc:sldLayoutChg chg="del">
          <pc:chgData name="Jonathan Whittinghill" userId="6947915c-9213-435a-8c13-4952e34e8c85" providerId="ADAL" clId="{59F049F6-D824-45EE-86F5-4432C901E810}" dt="2025-03-05T17:32:10.843" v="304" actId="47"/>
          <pc:sldLayoutMkLst>
            <pc:docMk/>
            <pc:sldMasterMk cId="2866390110" sldId="2147483733"/>
            <pc:sldLayoutMk cId="2621017492" sldId="2147483751"/>
          </pc:sldLayoutMkLst>
        </pc:sldLayoutChg>
        <pc:sldLayoutChg chg="del">
          <pc:chgData name="Jonathan Whittinghill" userId="6947915c-9213-435a-8c13-4952e34e8c85" providerId="ADAL" clId="{59F049F6-D824-45EE-86F5-4432C901E810}" dt="2025-03-05T17:32:12.884" v="305" actId="47"/>
          <pc:sldLayoutMkLst>
            <pc:docMk/>
            <pc:sldMasterMk cId="2866390110" sldId="2147483733"/>
            <pc:sldLayoutMk cId="1748663109" sldId="2147483752"/>
          </pc:sldLayoutMkLst>
        </pc:sldLayoutChg>
        <pc:sldLayoutChg chg="del">
          <pc:chgData name="Jonathan Whittinghill" userId="6947915c-9213-435a-8c13-4952e34e8c85" providerId="ADAL" clId="{59F049F6-D824-45EE-86F5-4432C901E810}" dt="2025-03-05T17:32:14.046" v="306" actId="47"/>
          <pc:sldLayoutMkLst>
            <pc:docMk/>
            <pc:sldMasterMk cId="2866390110" sldId="2147483733"/>
            <pc:sldLayoutMk cId="3651278657" sldId="2147483753"/>
          </pc:sldLayoutMkLst>
        </pc:sldLayoutChg>
        <pc:sldLayoutChg chg="del">
          <pc:chgData name="Jonathan Whittinghill" userId="6947915c-9213-435a-8c13-4952e34e8c85" providerId="ADAL" clId="{59F049F6-D824-45EE-86F5-4432C901E810}" dt="2025-03-05T17:33:07.987" v="413" actId="47"/>
          <pc:sldLayoutMkLst>
            <pc:docMk/>
            <pc:sldMasterMk cId="2866390110" sldId="2147483733"/>
            <pc:sldLayoutMk cId="1814722695" sldId="214748375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3/5/2025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3/5/2025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56F8F-44AF-394D-0505-5387881E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D6561-2591-0E23-48BB-32891FDCE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469FE-B047-2A54-0C82-2F37F0E66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16E5C-0D45-71AF-FAA3-A9504AFD2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8727-C85C-A631-CBA0-48F78BFA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17BF9-C1CB-604C-1EBE-71CFCAF00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95FD1-5A25-5CD6-A76C-648F2FF6B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4119F-D8CD-49E8-D45F-55349BCDB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26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7D7E-FFBA-4BF7-44B7-C0717A49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5D980-6998-5040-D29A-CB1292615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EC04D-9046-97E6-D36B-93354648F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4350-C294-7D3B-AABE-B6BBB54B9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82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CF28-AD45-1868-7682-77C9A3DE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A24EA-2485-C909-3FE3-98586FFBA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98BB7-D985-9603-C1D5-47B9C65D9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8D20F-F46D-2933-DF73-B048D71F5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074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8431-F820-CF69-BCD6-120C0EBB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60574-7B90-1959-5003-D8E8B4073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092B3-BB86-8529-5C5F-83273B19D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21D5E-1D22-751A-2A3C-456FC105A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5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7DB5F-F80B-5825-F03D-5300CE7B1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76563-B03D-EF28-6AAB-657DEE46A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2EBD6-675D-67D3-8D42-D9CA83B6D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21246-A3E1-A1B6-66A0-D95459A01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55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5B2F-BBB5-04ED-D05B-4B181C16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ADE56-1861-3825-774B-6FB335A25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2171B-3CFF-D538-6B40-047D6EFBE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0D9C-E28B-5EDD-EAB3-9B31D1723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00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88ABB-1BFA-94B1-440E-226C0A36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1A0C6-896F-6C9A-AC9D-4077732F5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47B46-DE05-AFD3-9986-988985FB0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D07C6-C4B6-C0BB-CDC5-978FE4F76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645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36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0D21-40D3-88C0-635A-77220E640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BC1D1-78AF-FC7E-789E-CD3CEA3E5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BD07A-EDC8-D5E6-6674-46C57537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01A1C-323D-3E21-B63C-0BAC4D7A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C56D7-6179-AF36-EE58-C53698AED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029106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9C4E-257D-2F0B-1AB5-17044766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B1BD6-875A-A486-96D2-E8607B94F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F1DC-B4BD-8926-07E6-8AA24BEA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173D-9391-4FE8-B853-783B7CB45521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74565-A3BF-0FFD-3C66-82D2A7E1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3CA0E-87E9-6DC9-A29A-A4F45F72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8292-41ED-806F-6AE7-B2A18CF3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50000-AF3A-4905-61EF-84F497FDD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F2B52-B3A0-E7A1-5314-B62BB7C7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94916-B6ED-0319-AA6D-869C3878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2676-9584-9100-2876-DE094A45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36712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3B82-146C-C560-A7E4-1CB11F6F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CBCAC-B091-5BB8-C5D7-C206704E9B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1A13F-C6E4-AD04-0132-810223C5D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B0C08-48A2-94D9-7A19-376D0B2D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0E54B-4C2A-8224-DC50-15825EEC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4EAC6-DF78-013D-F756-BC777039A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8154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C4642-D660-DF60-59EB-8CEA5A131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02164-0FDB-24C7-FB61-D2FA7E762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AA7C8-8B4E-E85A-6016-52651C071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351F9-F11D-47A3-1B09-93516D0F2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874FA-C722-8A19-EF8E-772FA4DC9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A71C0-AEF1-01BF-935E-40B226183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04AD2-4386-1654-B7BB-CC198BDF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200C0-EF3D-AB10-1312-2F543A23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366720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0D5A-7A48-AF7C-3EC8-03F70E50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3C723-D800-217B-D793-E72D729F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173D-9391-4FE8-B853-783B7CB45521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B7E37-23F8-C166-F6C0-6C6CF7C5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5A51C-4A8B-FD9D-CA19-A891F7C9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021804-F22C-627A-30AB-E601F4FE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50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E1C14-4926-978E-8AD0-D406F6DC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2173D-9391-4FE8-B853-783B7CB45521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CCDD5-C4CF-C856-C784-CD322229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F276D-7924-40D0-5911-330A6148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932070-D1CA-3D53-C11C-DDE38C85C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9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F88A-78CD-5AFD-7971-22B37B3A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3B98C-88B2-F46F-2E89-0B7A0BBC4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5E9FB-5E44-E413-D587-F7A5E4EF5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7B9B6-4B13-9CBC-DBCD-AFEA602B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5C0E3-2D8A-3701-6D2D-D1204ACE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1A394-7E93-00E9-3DFC-0D8FA6B9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297077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A916-F9A8-345C-6FE8-05821B107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068FD8-8AC9-36E7-8DA0-753AD325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B8DD1-F8E3-2764-591C-88049505E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92F77-94F6-4B42-CA2F-C1AB4CAB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52CA0-D008-14C9-6DE8-FACE013B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2818D-6CC0-9C55-5253-2451A1541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714359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58CD3-335C-16FB-4603-D513B312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2CB92-FCEF-9D0C-0ED6-9A83B404C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09337-74D6-B97C-D5D7-7B14347F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70827-978C-EB58-FDCD-F87495EF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1363A-9586-1E8F-272D-4D8F5D00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71579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0097E-AE84-AC4D-5D4D-8A5434A17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02AB8-F433-2E29-8ADB-505B8AFFB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3EA41-91F5-C817-1C08-45B125F4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7DDD9-E2F6-B38E-8B42-ED91C96C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FA8D5-E324-A404-A406-53B23E8A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949874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2099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51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7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FFB00-D922-6965-4B79-F9502698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825D9-D66D-359A-7E8B-E30C5EFA7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46F10-1C55-778C-7DA6-8B3D09ECD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E4EF1-7259-E456-5DD2-8CFA11301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7E31-921D-FC2D-CAEA-D11E1C063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9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7" r:id="rId12"/>
    <p:sldLayoutId id="2147483749" r:id="rId13"/>
    <p:sldLayoutId id="2147483755" r:id="rId1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hyperlink" Target="http://localhost:1234/v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hyak.uw.edu/docs/tools/ollama_setup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hyperlink" Target="mailto:jwhitt@uw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Running LLMs on your own computer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/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9B3B-D639-2D52-6E8A-67AAB561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1775B051-8B86-58D9-B83B-33C54819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Why run </a:t>
            </a:r>
            <a:r>
              <a:rPr lang="en-US" dirty="0" err="1"/>
              <a:t>llms</a:t>
            </a:r>
            <a:r>
              <a:rPr lang="en-US" dirty="0"/>
              <a:t> locally?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802FF84C-EB4D-9557-ED08-E44D4B5E0E1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474F075-CDEF-9238-263D-0A0310129D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054915"/>
              </p:ext>
            </p:extLst>
          </p:nvPr>
        </p:nvGraphicFramePr>
        <p:xfrm>
          <a:off x="4114800" y="2193924"/>
          <a:ext cx="7497762" cy="409257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748881">
                  <a:extLst>
                    <a:ext uri="{9D8B030D-6E8A-4147-A177-3AD203B41FA5}">
                      <a16:colId xmlns:a16="http://schemas.microsoft.com/office/drawing/2014/main" val="2914949849"/>
                    </a:ext>
                  </a:extLst>
                </a:gridCol>
                <a:gridCol w="3748881">
                  <a:extLst>
                    <a:ext uri="{9D8B030D-6E8A-4147-A177-3AD203B41FA5}">
                      <a16:colId xmlns:a16="http://schemas.microsoft.com/office/drawing/2014/main" val="217374713"/>
                    </a:ext>
                  </a:extLst>
                </a:gridCol>
              </a:tblGrid>
              <a:tr h="89525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863244"/>
                  </a:ext>
                </a:extLst>
              </a:tr>
              <a:tr h="319732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Free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Wide selection of open-source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be used to test/workshop prompts and code prior to submission to paid services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Limited by local hardware resources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Open-source models may lack capabilities of larger, paid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192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65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RUNNING AN LLM With LM Studio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B22BFA-C8D9-AF21-B3E8-A09C56445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562318" y="2019990"/>
            <a:ext cx="7949264" cy="4612407"/>
          </a:xfr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287C82-4BA4-C592-712E-C3086A5820F3}"/>
              </a:ext>
            </a:extLst>
          </p:cNvPr>
          <p:cNvCxnSpPr>
            <a:cxnSpLocks/>
          </p:cNvCxnSpPr>
          <p:nvPr/>
        </p:nvCxnSpPr>
        <p:spPr>
          <a:xfrm flipV="1">
            <a:off x="6877878" y="2276061"/>
            <a:ext cx="755374" cy="5765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069237-0B23-AA34-0040-35DF463795BE}"/>
              </a:ext>
            </a:extLst>
          </p:cNvPr>
          <p:cNvCxnSpPr>
            <a:cxnSpLocks/>
          </p:cNvCxnSpPr>
          <p:nvPr/>
        </p:nvCxnSpPr>
        <p:spPr>
          <a:xfrm>
            <a:off x="10306878" y="5943600"/>
            <a:ext cx="462170" cy="4721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6118-5482-F84A-D0B9-B199AA14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D693379-A906-CE74-315D-6F0494D1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RUNNING AN LLM With LM Studio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97B54233-E788-0DEC-593E-791F447581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67BEBC-44DA-3B9B-E92E-C52C8FA4D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663616" y="1985818"/>
            <a:ext cx="7949263" cy="4574404"/>
          </a:xfr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D7BB55-C67F-3812-BE0D-0F80186C9E49}"/>
              </a:ext>
            </a:extLst>
          </p:cNvPr>
          <p:cNvCxnSpPr>
            <a:cxnSpLocks/>
          </p:cNvCxnSpPr>
          <p:nvPr/>
        </p:nvCxnSpPr>
        <p:spPr>
          <a:xfrm flipV="1">
            <a:off x="9623580" y="3429000"/>
            <a:ext cx="287749" cy="900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4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6B2F-D384-9299-8AD0-CF6CD7232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578BA20-631F-3C20-20FA-E1550BEF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System Performance using deepseek-r1-distill-qwen-7b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3842C523-E27C-A83F-4C7F-845EADD8B3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4677323-9B82-AAE3-CD44-666B3FEA8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1269526"/>
              </p:ext>
            </p:extLst>
          </p:nvPr>
        </p:nvGraphicFramePr>
        <p:xfrm>
          <a:off x="3538331" y="2102126"/>
          <a:ext cx="7497764" cy="359237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66630">
                  <a:extLst>
                    <a:ext uri="{9D8B030D-6E8A-4147-A177-3AD203B41FA5}">
                      <a16:colId xmlns:a16="http://schemas.microsoft.com/office/drawing/2014/main" val="1334604955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3359225766"/>
                    </a:ext>
                  </a:extLst>
                </a:gridCol>
                <a:gridCol w="1877375">
                  <a:extLst>
                    <a:ext uri="{9D8B030D-6E8A-4147-A177-3AD203B41FA5}">
                      <a16:colId xmlns:a16="http://schemas.microsoft.com/office/drawing/2014/main" val="2978492862"/>
                    </a:ext>
                  </a:extLst>
                </a:gridCol>
                <a:gridCol w="2294704">
                  <a:extLst>
                    <a:ext uri="{9D8B030D-6E8A-4147-A177-3AD203B41FA5}">
                      <a16:colId xmlns:a16="http://schemas.microsoft.com/office/drawing/2014/main" val="3751354381"/>
                    </a:ext>
                  </a:extLst>
                </a:gridCol>
              </a:tblGrid>
              <a:tr h="5087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631591"/>
                  </a:ext>
                </a:extLst>
              </a:tr>
              <a:tr h="770911"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AMD Ryzen 6800HS (8 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Intel i5-12600-KF (10 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Intel i9-12900T </a:t>
                      </a:r>
                    </a:p>
                    <a:p>
                      <a:r>
                        <a:rPr lang="en-US" dirty="0"/>
                        <a:t>(16 cores)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19609"/>
                  </a:ext>
                </a:extLst>
              </a:tr>
              <a:tr h="770911"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18152"/>
                  </a:ext>
                </a:extLst>
              </a:tr>
              <a:tr h="770911"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NVIDIA 3050 4GB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AMD Radeon 6800 16GB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NVIDIA T1000 8GB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682853"/>
                  </a:ext>
                </a:extLst>
              </a:tr>
              <a:tr h="770911">
                <a:tc>
                  <a:txBody>
                    <a:bodyPr/>
                    <a:lstStyle/>
                    <a:p>
                      <a:r>
                        <a:rPr lang="en-US" dirty="0"/>
                        <a:t>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30-40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3-5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10-20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342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758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0333-8C2B-D8E9-36EC-25EA833C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5326F99-1416-EAF5-7256-BE2B403E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Selecting models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7FD1D1B8-E09A-6D4A-DA27-B22A76368D8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82945C-5366-397D-3536-D812BE82A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68457" y="2053510"/>
            <a:ext cx="8090820" cy="2168646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ADB4A8-7957-7A91-0921-2C3B1B17E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2575" y="2419062"/>
            <a:ext cx="7750619" cy="422233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CEA290-F5A4-9911-697C-861B46D63A9E}"/>
              </a:ext>
            </a:extLst>
          </p:cNvPr>
          <p:cNvCxnSpPr/>
          <p:nvPr/>
        </p:nvCxnSpPr>
        <p:spPr>
          <a:xfrm flipV="1">
            <a:off x="3663616" y="3203240"/>
            <a:ext cx="0" cy="6701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21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6F667-C1ED-E373-19AB-873D81C2F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075ACE5-3DC4-5BEF-98CB-3D8A5D05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Selecting models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F5B71157-3E41-FEB9-E672-F142A78E91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32B1-9B04-D9DC-801C-37356E657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Model size</a:t>
            </a:r>
          </a:p>
          <a:p>
            <a:pPr marL="514350" lvl="1" indent="-285750"/>
            <a:r>
              <a:rPr lang="en-US" sz="1800" dirty="0"/>
              <a:t>Number of parameters</a:t>
            </a:r>
          </a:p>
          <a:p>
            <a:pPr marL="514350" lvl="1" indent="-285750"/>
            <a:r>
              <a:rPr lang="en-US" sz="1800" dirty="0"/>
              <a:t>Distillation and quantization</a:t>
            </a:r>
          </a:p>
          <a:p>
            <a:pPr marL="514350" lvl="1" indent="-285750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Dataset content</a:t>
            </a:r>
          </a:p>
          <a:p>
            <a:pPr marL="514350" lvl="1" indent="-285750"/>
            <a:r>
              <a:rPr lang="en-US" sz="1800" dirty="0"/>
              <a:t>Source, size, recency</a:t>
            </a:r>
          </a:p>
          <a:p>
            <a:pPr marL="514350" lvl="1" indent="-285750"/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Purpose</a:t>
            </a:r>
          </a:p>
          <a:p>
            <a:pPr marL="514350" lvl="1" indent="-285750"/>
            <a:r>
              <a:rPr lang="en-US" sz="1800" dirty="0"/>
              <a:t>Chat</a:t>
            </a:r>
          </a:p>
          <a:p>
            <a:pPr marL="514350" lvl="1" indent="-285750"/>
            <a:r>
              <a:rPr lang="en-US" sz="1800" dirty="0"/>
              <a:t>Instruct</a:t>
            </a:r>
          </a:p>
          <a:p>
            <a:pPr marL="514350" lvl="1" indent="-285750"/>
            <a:r>
              <a:rPr lang="en-US" sz="1800" dirty="0"/>
              <a:t>Reasoning</a:t>
            </a:r>
          </a:p>
          <a:p>
            <a:pPr marL="514350" lvl="1" indent="-285750"/>
            <a:r>
              <a:rPr lang="en-US" sz="1800" dirty="0"/>
              <a:t>Code</a:t>
            </a:r>
          </a:p>
          <a:p>
            <a:pPr marL="514350" lvl="1" indent="-285750"/>
            <a:endParaRPr lang="en-US" dirty="0"/>
          </a:p>
          <a:p>
            <a:pPr marL="514350" lvl="1" indent="-285750"/>
            <a:endParaRPr lang="en-US" dirty="0"/>
          </a:p>
          <a:p>
            <a:pPr marL="514350" lvl="1" indent="-285750"/>
            <a:endParaRPr lang="en-US" dirty="0"/>
          </a:p>
          <a:p>
            <a:pPr marL="514350" lvl="1" indent="-285750"/>
            <a:endParaRPr lang="en-US" dirty="0"/>
          </a:p>
          <a:p>
            <a:pPr marL="514350" lvl="1" indent="-285750"/>
            <a:endParaRPr lang="en-US" dirty="0"/>
          </a:p>
          <a:p>
            <a:pPr marL="285750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5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C61B-88D8-9114-3B56-10666266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0BED04-8200-CC8F-49CF-4FA162BB5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055" y="2099235"/>
            <a:ext cx="6096001" cy="265953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DDC1F30-5E18-4C12-6DBD-BE883971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Querying Documents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EDF68464-FCF9-B405-622C-1CED99F547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/>
          <a:stretch/>
        </p:blipFill>
        <p:spPr/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811F18-3BFA-14E1-792E-EF3C6A6E0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628543" y="2164145"/>
            <a:ext cx="5057484" cy="4532032"/>
          </a:xfr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E9FF6CF-838A-A827-18E2-C6F4DD70C2F4}"/>
              </a:ext>
            </a:extLst>
          </p:cNvPr>
          <p:cNvCxnSpPr/>
          <p:nvPr/>
        </p:nvCxnSpPr>
        <p:spPr>
          <a:xfrm>
            <a:off x="4810539" y="3106688"/>
            <a:ext cx="0" cy="10847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68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3CEC6-D5B3-91ED-B441-A484970A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F883E99-0922-CD1B-B3B4-D7A10C1F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r>
              <a:rPr lang="en-US" dirty="0"/>
              <a:t>Querying via </a:t>
            </a:r>
            <a:r>
              <a:rPr lang="en-US" dirty="0" err="1"/>
              <a:t>APi</a:t>
            </a:r>
            <a:endParaRPr lang="en-US" dirty="0"/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8BF7AADC-974C-C731-2732-965102128D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6B59F-3361-7C0D-740F-E2328C3F7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616" y="2194560"/>
            <a:ext cx="7498080" cy="40233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support for OpenAI’s API and associated Python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LM Studio in server mode (</a:t>
            </a:r>
            <a:r>
              <a:rPr lang="en-US" dirty="0">
                <a:hlinkClick r:id="rId4"/>
              </a:rPr>
              <a:t>http://localhost:1234/v1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1BF65-09A0-A9F9-0BEF-F3A51491D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6206" y="3082087"/>
            <a:ext cx="5001323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1ED58-551E-C49F-6A71-9A144940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1A6DECD-0685-E780-9860-6C3ED2CB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3616" y="640080"/>
            <a:ext cx="7949264" cy="1280160"/>
          </a:xfrm>
        </p:spPr>
        <p:txBody>
          <a:bodyPr/>
          <a:lstStyle/>
          <a:p>
            <a:br>
              <a:rPr lang="en-US" dirty="0"/>
            </a:br>
            <a:r>
              <a:rPr lang="en-US" dirty="0" err="1"/>
              <a:t>Ollama</a:t>
            </a:r>
            <a:r>
              <a:rPr lang="en-US" dirty="0"/>
              <a:t> and Hyak</a:t>
            </a:r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C5AA36E8-E890-67FB-1D87-557040EB9B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3E5E-E0D8-FF38-6E08-F43B4BF7C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616" y="2194560"/>
            <a:ext cx="7498080" cy="40233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GPUs on </a:t>
            </a:r>
            <a:r>
              <a:rPr lang="en-US" dirty="0" err="1"/>
              <a:t>ckpt</a:t>
            </a:r>
            <a:r>
              <a:rPr lang="en-US" dirty="0"/>
              <a:t>, in the future Foster’s own GPU slices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Hyak’s GPU cluster (Fall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 containers for running LLMs on CPUs/GPUs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Hyak beat me to it:</a:t>
            </a:r>
          </a:p>
          <a:p>
            <a:pPr marL="514350" lvl="1" indent="-285750"/>
            <a:r>
              <a:rPr lang="en-US" dirty="0">
                <a:hlinkClick r:id="rId4"/>
              </a:rPr>
              <a:t>https://hyak.uw.edu/docs/tools/ollama_setup</a:t>
            </a:r>
            <a:endParaRPr lang="en-US" dirty="0"/>
          </a:p>
          <a:p>
            <a:pPr marL="514350" lvl="1" indent="-285750"/>
            <a:endParaRPr lang="en-US" dirty="0"/>
          </a:p>
          <a:p>
            <a:pPr marL="514350" lvl="1" indent="-285750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D893-E98A-260A-9EC4-B9365E53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pic>
        <p:nvPicPr>
          <p:cNvPr id="5" name="Picture Placeholder 14" descr="Mountains under near dusk sky">
            <a:extLst>
              <a:ext uri="{FF2B5EF4-FFF2-40B4-BE49-F238E27FC236}">
                <a16:creationId xmlns:a16="http://schemas.microsoft.com/office/drawing/2014/main" id="{DE72DC91-8DC9-B68C-C1D3-8F5273481A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l="13191" r="13191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0D88C-5989-4007-4953-F54A4A34B7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Jonathan Whittinghill</a:t>
            </a:r>
          </a:p>
          <a:p>
            <a:r>
              <a:rPr lang="en-US" dirty="0">
                <a:hlinkClick r:id="rId4"/>
              </a:rPr>
              <a:t>jwhitt@uw.edu</a:t>
            </a:r>
            <a:endParaRPr lang="en-US" dirty="0"/>
          </a:p>
          <a:p>
            <a:r>
              <a:rPr lang="en-US" dirty="0"/>
              <a:t>206-543-7125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4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11512</TotalTime>
  <Words>239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Running LLMs on your own computer</vt:lpstr>
      <vt:lpstr>Why run llms locally?</vt:lpstr>
      <vt:lpstr>RUNNING AN LLM With LM Studio</vt:lpstr>
      <vt:lpstr>RUNNING AN LLM With LM Studio</vt:lpstr>
      <vt:lpstr>System Performance using deepseek-r1-distill-qwen-7b</vt:lpstr>
      <vt:lpstr>Selecting models</vt:lpstr>
      <vt:lpstr>Selecting models</vt:lpstr>
      <vt:lpstr>Querying Documents</vt:lpstr>
      <vt:lpstr>Querying via APi</vt:lpstr>
      <vt:lpstr> Ollama and Hyak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Whittinghill</dc:creator>
  <cp:lastModifiedBy>Jonathan Whittinghill</cp:lastModifiedBy>
  <cp:revision>4</cp:revision>
  <dcterms:created xsi:type="dcterms:W3CDTF">2025-02-25T18:21:23Z</dcterms:created>
  <dcterms:modified xsi:type="dcterms:W3CDTF">2025-03-05T19:58:10Z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